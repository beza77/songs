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ደሙ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Demu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ጨለማችንን አበራው ኢየሱስ አበራው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የእግዚአብሔር ልጅ ዕዳችንን ከፈለው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ያታገለን የሞት ቀንበር ተሻረ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በበጉ ደም ሕይወታችን ከበረ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ከቋንቋ ከነገድ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ከሕዝብም ሁሉ ከወገን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ዋጀን ለመንግስቱ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አደረገን ካህናቱ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ማኀተሙን ይፈታ ዘንድ ድል የነሣው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መጽሐፉን ሊዘረጋ የተቻለው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ታርዷልና ይገባዋል ብዙ ክብር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የይሁዳ ነገድ አንበሳ የዳዊት ሥር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ከቋንቋ ከነገድ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ከሕዝብም ሁሉ ከወገን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ዋጀን ለመንግስቱ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አደረገን ካህናቱ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ደሙ ነው ሰው ያረገን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ስሙ ነው ያዳነን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ክቡር ይሁን ለስሙ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ላዳነን በደሙ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ስሙ ነው ሰው ያረገን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ኢየሱስ ነው ያዳነን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ክቡር ይሁን ለስሙ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ላዳነን በደሙ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ሃሌሉያ ሃሌሉያ ክብር ክብር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ለታረደው በግ ኃይልና ባለጠግነት ክብር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ለታረደው በግ ጥበብ ብርታት በረከት -ይገባዋል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የታረደው በግ ኃይልና ባለጠግነት ክብር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የታረደው በግ ጥበብ ብርታት በረከት -ይገባዋል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ምስጋና ምስጋና ምስጋና ይገባዋል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ክብር ክብር ሊቀበል ይገባዋል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ደሙ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