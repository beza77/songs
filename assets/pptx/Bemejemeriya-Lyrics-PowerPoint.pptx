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type="screen16x9"/>
  <p:notesSz cx="6858000" cy="9144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ideView">
  <p:normalViewPr/>
  <p:slideViewPr>
    <p:cSldViewPr>
      <p:cViewPr varScale="1">
        <p:scale>
          <a:sx n="1" d="1"/>
          <a:sy n="1" d="1"/>
        </p:scale>
        <p:origin x="0" y="0"/>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dk1" bg2="dk2" folHlink="folHlink" hlink="hlink" tx1="lt1" tx2="lt2"/>
  <p:sldLayoutIdLst>
    <p:sldLayoutId id="1"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Lyrics 1"/>
          <p:cNvSpPr txBox="1"/>
          <p:nvPr/>
        </p:nvSpPr>
        <p:spPr>
          <a:xfrm>
            <a:off x="685800" y="411480"/>
            <a:ext cx="10820400" cy="6035040"/>
          </a:xfrm>
          <a:noFill/>
        </p:spPr>
        <p:txBody>
          <a:bodyPr wrap="square" lIns="0" tIns="0" rIns="0" bIns="0" anchor="ctr" anchorCtr="1"/>
          <a:lstStyle/>
          <a:p>
            <a:pPr algn="ctr">
              <a:lnSpc>
                <a:spcPct val="112000"/>
              </a:lnSpc>
            </a:pPr>
            <a:r>
              <a:rPr lang="am-ET" sz="2300" b="1" dirty="0">
                <a:solidFill>
                  <a:srgbClr val="FFFFFF"/>
                </a:solidFill>
                <a:latin typeface="Noto Sans Ethiopic"/>
                <a:ea typeface="Noto Sans Ethiopic"/>
                <a:cs typeface="Noto Sans Ethiopic"/>
              </a:rPr>
              <a:t>በመጀመሪያ ቃል ነበር ሌላ አልነበረም ፍጥረት ሳይፈጠር ነበረ ተብሎ እንጂ ጅማሬህን አውቆ ማን ይናገራል ስላንተ ሚያወጋ ከአንተ ቀድሞ የኖረ አልኖረም… የህይወት መገኛ የፍጥረት ምንጭ ነህ አልኖረም… ህይወት ባንተ ይገኛል ለሰው ብርሃን ሆኖአል ፍጥረታት በቃል ሳይፈጠሩም በፊት ቃል እግዚአብሔር ነበር የሚኖር ዘላለም ቃልም ስጋ ሆኖ በኛ ዘንድ ያደረው ዓለማት ሳይኖሩ እርሱ ያው እሱ ነው በመጀመሪያ ቃል ነበር ሌላ አልነበረም ፍጥረት ሳይፈጠር ነበረ ተብሎ እንጂ ጅማሬህን አውቆ ማን ይናገራል ስላንተ ሚያወጋ ከአንተ ቀድሞ የኖረ አልኖረም… የህይወት መገኛ የፍጥረት ምንጭ ነህ አልኖረም… ህይወት ባንተ ይገኛል ለሰው ብርሃን ሆኖአል አትለካም ከቶ በሰዎች መለኪያ እልፍ ቃላት በዝቶ አንተን አያብራራ እርጅና ተጭኖህ ደግፉኝ አትልም ከስም ሁሉ በላይ የሆነ ስም አለህ ፍጥረት ይኖራል ባንተ.. አያኖርህ አንተን ህይወት ይኖራል ባንተ አያኖርህ አንተን የሁሉ መገኛ አንተ የሁሉ ጅምር አንተ በጊዜ አትለካም አንተ ዘመን አይሽርህም አንተን በመጀመሪያ ቃል ነበር ሌላ አልነበረም ፍጥረት ሳይፈጠር ነበረ ተብሎ እንጂ ጅማሬህን አውቆ ማን ይናገራል ስላንተ ሚያወጋ ከአንተ ቀድሞ የኖረ አልኖረም… የህይወት መገኛ የፍጥረት ምንጭ ነህ አልኖረም… ህይወት ባንተ ይገኛል ለሰው ብርሃን ሆኖአል ፍጥረታት በቃል ሳይፈጠሩም በፊት ቃል እግዚአብሔር ነበር የሚኖር ዘላለም ቃልም ስጋ ሆኖ በኛ ዘንድ ያደረው ዓለማት ሳይኖሩ እርሱ ያው እሱ ነው በመጀመሪያ ቃል ነበር ሌላ አልነበረም ፍጥረት ሳይፈጠር ነበረ ተብሎ እንጂ ጅማሬህን አውቆ ማን ይናገራል ስላንተ ሚያወጋ ከአንተ ቀድሞ የኖረ አልኖረም… የህይወት መገኛ የፍጥረት ምንጭ ነህ አልኖረም… ህይወት ባንተ ይገኛል ለሰው ብርሃን ሆኖአል አትለካም ከቶ በሰዎች መለኪያ እልፍ ቃላት በዝቶ አንተን አያብራራ እርጅና ተጭኖህ ደግፉኝ አትልም ከስም ሁሉ በላይ የሆነ ስም አለህ ፍጥረት ይኖራል ባንተ.. አያኖርህ አንተን ህይወት ይኖራል ባንተ አያኖርህ አንተን የሁሉ መገኛ አንተ የሁሉ ጅምር አንተ በጊዜ አትለካም አንተ ዘመን አይሽርህም አንተን</a:t>
            </a:r>
            <a:endParaRPr lang="am-ET" sz="2300" b="1"/>
          </a:p>
        </p:txBody>
      </p:sp>
    </p:spTree>
  </p:cSld>
  <p:clrMapOvr>
    <a:masterClrMapping/>
  </p:clrMapOvr>
</p:sld>
</file>

<file path=ppt/theme/theme1.xml><?xml version="1.0" encoding="utf-8"?>
<a:theme xmlns:a="http://schemas.openxmlformats.org/drawingml/2006/main" name="Dark Lyrics">
  <a:themeElements>
    <a:clrScheme name="Dark Lyrics">
      <a:dk1>
        <a:srgbClr val="111111"/>
      </a:dk1>
      <a:lt1>
        <a:srgbClr val="FFFFFF"/>
      </a:lt1>
      <a:dk2>
        <a:srgbClr val="111111"/>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DDDDDD"/>
      </a:folHlink>
    </a:clrScheme>
    <a:fontScheme name="Dark Lyrics">
      <a:majorFont>
        <a:latin typeface="Noto Sans Ethiopic"/>
        <a:ea typeface="Noto Sans Ethiopic"/>
        <a:cs typeface="Noto Sans Ethiopic"/>
      </a:majorFont>
      <a:minorFont>
        <a:latin typeface="Noto Sans Ethiopic"/>
        <a:ea typeface="Noto Sans Ethiopic"/>
        <a:cs typeface="Noto Sans Ethiopic"/>
      </a:minorFont>
    </a:fontScheme>
    <a:fmtScheme name="Dark Lyrics">
      <a:fillStyleLst>
        <a:solidFill>
          <a:schemeClr val="phClr"/>
        </a:solidFill>
        <a:gradFill rotWithShape="1">
          <a:gsLst>
            <a:gs pos="0">
              <a:schemeClr val="phClr"/>
            </a:gs>
            <a:gs pos="100000">
              <a:schemeClr val="phClr"/>
            </a:gs>
          </a:gsLst>
          <a:lin ang="5400000" scaled="0"/>
        </a:gra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Amharic Songs Master List</Application>
  <PresentationFormat>Widescreen</PresentationFormat>
  <Slides>1</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Bemejemeriya ()</dc:title>
  <dc:creator>Bereket Lemma</dc:creator>
  <cp:lastModifiedBy>Amharic Songs Master List</cp:lastModifiedBy>
  <dcterms:created xsi:type="dcterms:W3CDTF">2026-09-22T23:35:03.782Z</dcterms:created>
  <dcterms:modified xsi:type="dcterms:W3CDTF">2026-09-22T23:35:03.782Z</dcterms:modified>
</cp:coreProperties>
</file>