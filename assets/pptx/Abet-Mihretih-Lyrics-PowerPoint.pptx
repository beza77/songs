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አቤት ምህረትህ እንዴት ታላቅ ነው መለኪያ የለው መስፈሪያ የለው እንዴት ታላቅ ነው እንደምን ታላቅ ነው ያንት ምህረት ከማን ጋር ይስተያይ ከፈጠርከው ፍጥረት ከምድር ወይ ሰማይ የሚስተካከልህ ማን አለ በውኑ አባቴ ምህረትህ ያክላል አንተኑ መለኪያ የለው መስፈሪያ የለው እንዴት ታላቅ (2X) ሳይታዘዝ ጠላት እጅ ገብቶ ሳምሶን ወደቀ ከመስመር ወጥቶ ግን ምህረት ለምኖ መቼ አፈረ የራሱ ፀጉር ማደግ ጀመረ በህይወት ከሰራው በሞቱ ባሰ ለዛ ኪዳን ሰው ምህረት ደረሰ አንድ ዕድል ብቻ ባይለምንህ ይኖር ነበረ በቸርነትህ እንዴት እንዴት እንዴት ታላቅ ነው (2X) እንዴት ኧረ እንዴት እንዴት እንዴት እንዴት ታላቅ ነው (2X) እንዴት ያንተ ምህረት አቤት ምህረትህ... ብትጨምርለት አስራ አምስት ዓመት ተዝቆ በማያልቅ ከሰፊ ምህረት ከኖረበት ዕድሜ ከምህረትህ ወስዶ አንተን ሳያከብር ጨረሰው በባዶ እኔንም ገብቶኛል የቃልህ ዕውነት ለካ ምዘምረው ባንተ ምህረት መሃሪነትህን እዘምረዋለሁ በጉልበቴ ሳይሆን በምህረት እኖራለሁ እንዴት... መለኪያ የለው... አቤት ምህረትህ እንዴት ታላቅ ነው መለኪያ የለው መስፈሪያ የለው እንዴት ታላቅ ነው እንደምን ታላቅ ነው ያንት ምህረት ከማን ጋር ይስተያይ ከፈጠርከው ፍጥረት ከምድር ወይ ሰማይ የሚስተካከልህ ማን አለ በውኑ አባቴ ምህረትህ ያክላል አንተኑ መለኪያ የለው መስፈሪያ የለው እንዴት ታላቅ (2X) ሳይታዘዝ ጠላት እጅ ገብቶ ሳምሶን ወደቀ ከመስመር ወጥቶ ግን ምህረት ለምኖ መቼ አፈረ የራሱ ፀጉር ማደግ ጀመረ በህይወት ከሰራው በሞቱ ባሰ ለዛ ኪዳን ሰው ምህረት ደረሰ አንድ ዕድል ብቻ ባይለምንህ ይኖር ነበረ በቸርነትህ እንዴት እንዴት እንዴት ታላቅ ነው (2X) እንዴት ኧረ እንዴት እንዴት እንዴት እንዴት ታላቅ ነው (2X) እንዴት ያንተ ምህረት አቤት ምህረትህ... ብትጨምርለት አስራ አምስት ዓመት ተዝቆ በማያልቅ ከሰፊ ምህረት ከኖረበት ዕድሜ ከምህረትህ ወስዶ አንተን ሳያከብር ጨረሰው በባዶ እኔንም ገብቶኛል የቃልህ ዕውነት ለካ ምዘምረው ባንተ ምህረት መሃሪነትህን እዘምረዋለሁ በጉልበቴ ሳይሆን በምህረት እኖራለሁ እንዴት... መለኪያ የለው...</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Abet Mihretih ()</dc:title>
  <dc:creator>Bereket Tesfaye</dc:creator>
  <cp:lastModifiedBy>Amharic Songs Master List</cp:lastModifiedBy>
  <dcterms:created xsi:type="dcterms:W3CDTF">2026-09-22T23:35:03.793Z</dcterms:created>
  <dcterms:modified xsi:type="dcterms:W3CDTF">2026-09-22T23:35:03.793Z</dcterms:modified>
</cp:coreProperties>
</file>