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theme/theme1.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docProps/core.xml" ContentType="application/vnd.openxmlformats-package.core-properties+xml"/>
  <Override PartName="/docProps/app.xml" ContentType="application/vnd.openxmlformats-officedocument.extended-properties+xml"/>
  <Override PartName="/ppt/slides/slide1.xml" ContentType="application/vnd.openxmlformats-officedocument.presentationml.slide+xml"/>
</Types>
</file>

<file path=_rels/.rels><?xml version="1.0" encoding="UTF-8" standalone="yes"?><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Lst>
  <p:sldSz cx="12192000" cy="6858000" type="screen16x9"/>
  <p:notesSz cx="6858000" cy="9144000"/>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ideView">
  <p:normalViewPr/>
  <p:slideViewPr>
    <p:cSldViewPr>
      <p:cViewPr varScale="1">
        <p:scale>
          <a:sx n="1" d="1"/>
          <a:sy n="1" d="1"/>
        </p:scale>
        <p:origin x="0" y="0"/>
      </p:cViewPr>
      <p:guideLst/>
    </p:cSldViewPr>
  </p:slideViewPr>
  <p:notesTextViewPr>
    <p:cViewPr>
      <p:scale>
        <a:sx n="1" d="1"/>
        <a:sy n="1" d="1"/>
      </p:scale>
      <p:origin x="0" y="0"/>
    </p:cViewPr>
  </p:notesTextViewPr>
  <p:gridSpacing cx="72008" cy="72008"/>
</p:viewPr>
</file>

<file path=ppt/_rels/presentation.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ableStyles" Target="tableStyles.xml"/></Relationships>
</file>

<file path=ppt/slideLayouts/_rels/slideLayout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accent1="accent1" accent2="accent2" accent3="accent3" accent4="accent4" accent5="accent5" accent6="accent6" bg1="dk1" bg2="dk2" folHlink="folHlink" hlink="hlink" tx1="lt1" tx2="lt2"/>
  <p:sldLayoutIdLst>
    <p:sldLayoutId id="1" r:id="rId1"/>
  </p:sldLayoutIdLst>
  <p:txStyles>
    <p:titleStyle/>
    <p:bodyStyle/>
    <p:otherStyle/>
  </p:txStyles>
</p:sldMaster>
</file>

<file path=ppt/slides/_rels/slide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11111"/>
        </a:solidFill>
        <a:effectLst/>
      </p:bgPr>
    </p:bg>
    <p:spTree>
      <p:nvGrpSpPr>
        <p:cNvPr id="1" name=""/>
        <p:cNvGrpSpPr/>
        <p:nvPr/>
      </p:nvGrpSpPr>
      <p:grpSpPr>
        <a:xfrm>
          <a:off x="0" y="0"/>
          <a:ext cx="0" cy="0"/>
          <a:chOff x="0" y="0"/>
          <a:chExt cx="0" cy="0"/>
        </a:xfrm>
      </p:grpSpPr>
      <p:sp>
        <p:nvSpPr>
          <p:cNvPr id="2" name="Lyrics 1"/>
          <p:cNvSpPr txBox="1"/>
          <p:nvPr/>
        </p:nvSpPr>
        <p:spPr>
          <a:xfrm>
            <a:off x="685800" y="411480"/>
            <a:ext cx="10820400" cy="6035040"/>
          </a:xfrm>
          <a:noFill/>
        </p:spPr>
        <p:txBody>
          <a:bodyPr wrap="square" lIns="0" tIns="0" rIns="0" bIns="0" anchor="ctr" anchorCtr="1"/>
          <a:lstStyle/>
          <a:p>
            <a:pPr algn="ctr">
              <a:lnSpc>
                <a:spcPct val="112000"/>
              </a:lnSpc>
            </a:pPr>
            <a:r>
              <a:rPr lang="am-ET" sz="2300" b="1" dirty="0">
                <a:solidFill>
                  <a:srgbClr val="FFFFFF"/>
                </a:solidFill>
                <a:latin typeface="Noto Sans Ethiopic"/>
                <a:ea typeface="Noto Sans Ethiopic"/>
                <a:cs typeface="Noto Sans Ethiopic"/>
              </a:rPr>
              <a:t>ሞት መሻገሪያዬ ወደ ዘላለም ቤት ማለፊያዬ የናፈቁትን የምወርስበት አምላኬን የማገኝበት የዘላለም ቤት መግቢያዬ ሞት መሻገሪያዬ (2x) የእኔ ኑሮ በዚህ ምድር ላይ አያበቃም ቆይታዬ መጨረሺያዬ በዚህ አይደለም ይቀጥላል ከሞት ወዲያ በአዲስ ሕይወት በዘለዓለም ቤት በደስታዬ ቤት (2x) ምኞቴን አይደለም የምናገረው በእርግጥ የሚሆን የሚታይ ነው በቃሉ እንደገባልኝ ቃል ኪዳን ከሞት ወዲያ ከእርሱ ጋር እንደምሆን ነው (2x) ሞትን ድል ነስቶልኛል እንዴት ውጦ ያስቀረኛል ተሻግሯል አልፏል ኑሮዬ አልቀርም በሞት ተይዤ ሞት ለእኔ ጥቅሜ ነው ሞት ለእኔ ክብሬ ነው (2x) ሞት መሻገሪያዬ ወደ ዘላለም ቤት ማለፊያዬ የናፈቁትን የምወርስበት አምላኬን የማገኝበት የዘላለም ቤት መግቢያዬ ሞት መሻገሪያዬ (2x) የእኔ ኑሮ በዚህ ምድር ላይ አያበቃም ቆይታዬ መጨረሺያዬ በዚህ አይደለም ይቀጥላል ከሞት ወዲያ በአዲስ ሕይወት በዘለዓለም ቤት በደስታዬ ቤት (2x) ምኞቴን አይደለም የምናገረው በእርግጥ የሚሆን የሚታይ ነው በቃሉ እንደገባልኝ ቃል ኪዳን ከሞት ወዲያ ከእርሱ ጋር እንደምሆን ነው (2x) ሞትን ድል ነስቶልኛል እንዴት ውጦ ያስቀረኛል ተሻግሯል አልፏል ኑሮዬ አልቀርም በሞት ተይዤ ሞት ለእኔ ጥቅሜ ነው ሞት ለእኔ ክብሬ ነው (2x)</a:t>
            </a:r>
            <a:endParaRPr lang="am-ET" sz="2300" b="1"/>
          </a:p>
        </p:txBody>
      </p:sp>
    </p:spTree>
  </p:cSld>
  <p:clrMapOvr>
    <a:masterClrMapping/>
  </p:clrMapOvr>
</p:sld>
</file>

<file path=ppt/theme/theme1.xml><?xml version="1.0" encoding="utf-8"?>
<a:theme xmlns:a="http://schemas.openxmlformats.org/drawingml/2006/main" name="Dark Lyrics">
  <a:themeElements>
    <a:clrScheme name="Dark Lyrics">
      <a:dk1>
        <a:srgbClr val="111111"/>
      </a:dk1>
      <a:lt1>
        <a:srgbClr val="FFFFFF"/>
      </a:lt1>
      <a:dk2>
        <a:srgbClr val="111111"/>
      </a:dk2>
      <a:lt2>
        <a:srgbClr val="FFFFFF"/>
      </a:lt2>
      <a:accent1>
        <a:srgbClr val="FFFFFF"/>
      </a:accent1>
      <a:accent2>
        <a:srgbClr val="FFFFFF"/>
      </a:accent2>
      <a:accent3>
        <a:srgbClr val="FFFFFF"/>
      </a:accent3>
      <a:accent4>
        <a:srgbClr val="FFFFFF"/>
      </a:accent4>
      <a:accent5>
        <a:srgbClr val="FFFFFF"/>
      </a:accent5>
      <a:accent6>
        <a:srgbClr val="FFFFFF"/>
      </a:accent6>
      <a:hlink>
        <a:srgbClr val="FFFFFF"/>
      </a:hlink>
      <a:folHlink>
        <a:srgbClr val="DDDDDD"/>
      </a:folHlink>
    </a:clrScheme>
    <a:fontScheme name="Dark Lyrics">
      <a:majorFont>
        <a:latin typeface="Noto Sans Ethiopic"/>
        <a:ea typeface="Noto Sans Ethiopic"/>
        <a:cs typeface="Noto Sans Ethiopic"/>
      </a:majorFont>
      <a:minorFont>
        <a:latin typeface="Noto Sans Ethiopic"/>
        <a:ea typeface="Noto Sans Ethiopic"/>
        <a:cs typeface="Noto Sans Ethiopic"/>
      </a:minorFont>
    </a:fontScheme>
    <a:fmtScheme name="Dark Lyrics">
      <a:fillStyleLst>
        <a:solidFill>
          <a:schemeClr val="phClr"/>
        </a:solidFill>
        <a:gradFill rotWithShape="1">
          <a:gsLst>
            <a:gs pos="0">
              <a:schemeClr val="phClr"/>
            </a:gs>
            <a:gs pos="100000">
              <a:schemeClr val="phClr"/>
            </a:gs>
          </a:gsLst>
          <a:lin ang="5400000" scaled="0"/>
        </a:gradFill>
        <a:solidFill>
          <a:schemeClr val="phClr"/>
        </a:solidFill>
      </a:fillStyleLst>
      <a:lnStyleLst>
        <a:ln w="9525">
          <a:solidFill>
            <a:schemeClr val="phClr"/>
          </a:solidFill>
        </a:ln>
        <a:ln w="25400">
          <a:solidFill>
            <a:schemeClr val="phClr"/>
          </a:solidFill>
        </a:ln>
        <a:ln w="38100">
          <a:solidFill>
            <a:schemeClr val="phClr"/>
          </a:solidFill>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Application>Amharic Songs Master List</Application>
  <PresentationFormat>Widescreen</PresentationFormat>
  <Slides>1</Slides>
  <Notes>0</Notes>
  <HiddenSlides>0</HiddenSlides>
  <MMClips>0</MMClips>
  <ScaleCrop>false</ScaleCrop>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Mot Meshageriyayie ()</dc:title>
  <dc:creator>Bereket Fekadu</dc:creator>
  <cp:lastModifiedBy>Amharic Songs Master List</cp:lastModifiedBy>
  <dcterms:created xsi:type="dcterms:W3CDTF">2026-09-22T23:35:03.774Z</dcterms:created>
  <dcterms:modified xsi:type="dcterms:W3CDTF">2026-09-22T23:35:03.774Z</dcterms:modified>
</cp:coreProperties>
</file>