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ideView">
  <p:normalViewPr/>
  <p:slideViewPr>
    <p:cSldViewPr>
      <p:cViewPr varScale="1">
        <p:scale>
          <a:sx n="1" d="1"/>
          <a:sy n="1" d="1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dk1" bg2="dk2" folHlink="folHlink" hlink="hlink" tx1="lt1" tx2="lt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yrics 1"/>
          <p:cNvSpPr txBox="1"/>
          <p:nvPr/>
        </p:nvSpPr>
        <p:spPr>
          <a:xfrm>
            <a:off x="685800" y="411480"/>
            <a:ext cx="10820400" cy="6035040"/>
          </a:xfrm>
          <a:noFill/>
        </p:spPr>
        <p:txBody>
          <a:bodyPr wrap="square" lIns="0" tIns="0" rIns="0" bIns="0" anchor="ctr" anchorCtr="1"/>
          <a:lstStyle/>
          <a:p>
            <a:pPr algn="ctr">
              <a:lnSpc>
                <a:spcPct val="112000"/>
              </a:lnSpc>
            </a:pPr>
            <a:r>
              <a:rPr lang="am-ET" sz="3000" b="1" dirty="0">
                <a:solidFill>
                  <a:srgbClr val="FFFFFF"/>
                </a:solidFill>
                <a:latin typeface="Noto Sans Ethiopic"/>
                <a:ea typeface="Noto Sans Ethiopic"/>
                <a:cs typeface="Noto Sans Ethiopic"/>
              </a:rPr>
              <a:t>መከራን ባየሁበት ዘመን</a:t>
            </a:r>
            <a:endParaRPr lang="am-ET" sz="3000" b="1"/>
          </a:p>
          <a:p>
            <a:pPr algn="ctr">
              <a:lnSpc>
                <a:spcPct val="112000"/>
              </a:lnSpc>
            </a:pPr>
            <a:r>
              <a:rPr lang="am-ET" sz="3000" b="1" dirty="0">
                <a:solidFill>
                  <a:srgbClr val="FFFFFF"/>
                </a:solidFill>
                <a:latin typeface="Noto Sans Ethiopic"/>
                <a:ea typeface="Noto Sans Ethiopic"/>
                <a:cs typeface="Noto Sans Ethiopic"/>
              </a:rPr>
              <a:t>ክፉንም ባየሁበት ፈንታ</a:t>
            </a:r>
            <a:endParaRPr lang="am-ET" sz="3000" b="1"/>
          </a:p>
          <a:p>
            <a:pPr algn="ctr">
              <a:lnSpc>
                <a:spcPct val="112000"/>
              </a:lnSpc>
            </a:pPr>
            <a:r>
              <a:rPr lang="am-ET" sz="3000" b="1" dirty="0">
                <a:solidFill>
                  <a:srgbClr val="FFFFFF"/>
                </a:solidFill>
                <a:latin typeface="Noto Sans Ethiopic"/>
                <a:ea typeface="Noto Sans Ethiopic"/>
                <a:cs typeface="Noto Sans Ethiopic"/>
              </a:rPr>
              <a:t>የ ደስታን ዘይት ከላዬ</a:t>
            </a:r>
            <a:endParaRPr lang="am-ET" sz="3000" b="1"/>
          </a:p>
          <a:p>
            <a:pPr algn="ctr">
              <a:lnSpc>
                <a:spcPct val="112000"/>
              </a:lnSpc>
            </a:pPr>
            <a:r>
              <a:rPr lang="am-ET" sz="3000" b="1" dirty="0">
                <a:solidFill>
                  <a:srgbClr val="FFFFFF"/>
                </a:solidFill>
                <a:latin typeface="Noto Sans Ethiopic"/>
                <a:ea typeface="Noto Sans Ethiopic"/>
                <a:cs typeface="Noto Sans Ethiopic"/>
              </a:rPr>
              <a:t>አፈሰሰልኝ በላዬ</a:t>
            </a:r>
            <a:endParaRPr lang="am-ET" sz="3000" b="1"/>
          </a:p>
          <a:p>
            <a:pPr algn="ctr">
              <a:lnSpc>
                <a:spcPct val="112000"/>
              </a:lnSpc>
            </a:pPr>
            <a:r>
              <a:rPr lang="am-ET" sz="3000" b="1" dirty="0">
                <a:solidFill>
                  <a:srgbClr val="FFFFFF"/>
                </a:solidFill>
                <a:latin typeface="Noto Sans Ethiopic"/>
                <a:ea typeface="Noto Sans Ethiopic"/>
                <a:cs typeface="Noto Sans Ethiopic"/>
              </a:rPr>
              <a:t>እየሱስ ጌታዬ(2) (2)</a:t>
            </a:r>
            <a:endParaRPr lang="am-ET" sz="3000" b="1"/>
          </a:p>
          <a:p>
            <a:pPr algn="ctr">
              <a:lnSpc>
                <a:spcPct val="112000"/>
              </a:lnSpc>
            </a:pPr>
            <a:r>
              <a:rPr lang="am-ET" sz="3000" b="1" dirty="0">
                <a:solidFill>
                  <a:srgbClr val="FFFFFF"/>
                </a:solidFill>
                <a:latin typeface="Noto Sans Ethiopic"/>
                <a:ea typeface="Noto Sans Ethiopic"/>
                <a:cs typeface="Noto Sans Ethiopic"/>
              </a:rPr>
              <a:t>ለቅሶዬን በ ደስታ ቀየረልኝ</a:t>
            </a:r>
            <a:endParaRPr lang="am-ET" sz="3000" b="1"/>
          </a:p>
          <a:p>
            <a:pPr algn="ctr">
              <a:lnSpc>
                <a:spcPct val="112000"/>
              </a:lnSpc>
            </a:pPr>
            <a:r>
              <a:rPr lang="am-ET" sz="3000" b="1" dirty="0">
                <a:solidFill>
                  <a:srgbClr val="FFFFFF"/>
                </a:solidFill>
                <a:latin typeface="Noto Sans Ethiopic"/>
                <a:ea typeface="Noto Sans Ethiopic"/>
                <a:cs typeface="Noto Sans Ethiopic"/>
              </a:rPr>
              <a:t>አሃሃ ቀየረልኝ</a:t>
            </a:r>
            <a:endParaRPr lang="am-ET" sz="30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yrics 2"/>
          <p:cNvSpPr txBox="1"/>
          <p:nvPr/>
        </p:nvSpPr>
        <p:spPr>
          <a:xfrm>
            <a:off x="685800" y="411480"/>
            <a:ext cx="10820400" cy="6035040"/>
          </a:xfrm>
          <a:noFill/>
        </p:spPr>
        <p:txBody>
          <a:bodyPr wrap="square" lIns="0" tIns="0" rIns="0" bIns="0" anchor="ctr" anchorCtr="1"/>
          <a:lstStyle/>
          <a:p>
            <a:pPr algn="ctr">
              <a:lnSpc>
                <a:spcPct val="112000"/>
              </a:lnSpc>
            </a:pPr>
            <a:r>
              <a:rPr lang="am-ET" sz="3000" b="1" dirty="0">
                <a:solidFill>
                  <a:srgbClr val="FFFFFF"/>
                </a:solidFill>
                <a:latin typeface="Noto Sans Ethiopic"/>
                <a:ea typeface="Noto Sans Ethiopic"/>
                <a:cs typeface="Noto Sans Ethiopic"/>
              </a:rPr>
              <a:t>እምባዬን ካይኔ ላይ አበሰልኝ</a:t>
            </a:r>
            <a:endParaRPr lang="am-ET" sz="3000" b="1"/>
          </a:p>
          <a:p>
            <a:pPr algn="ctr">
              <a:lnSpc>
                <a:spcPct val="112000"/>
              </a:lnSpc>
            </a:pPr>
            <a:r>
              <a:rPr lang="am-ET" sz="3000" b="1" dirty="0">
                <a:solidFill>
                  <a:srgbClr val="FFFFFF"/>
                </a:solidFill>
                <a:latin typeface="Noto Sans Ethiopic"/>
                <a:ea typeface="Noto Sans Ethiopic"/>
                <a:cs typeface="Noto Sans Ethiopic"/>
              </a:rPr>
              <a:t>አሃ አበሰልኝ</a:t>
            </a:r>
            <a:endParaRPr lang="am-ET" sz="3000" b="1"/>
          </a:p>
          <a:p>
            <a:pPr algn="ctr">
              <a:lnSpc>
                <a:spcPct val="112000"/>
              </a:lnSpc>
            </a:pPr>
            <a:r>
              <a:rPr lang="am-ET" sz="3000" b="1" dirty="0">
                <a:solidFill>
                  <a:srgbClr val="FFFFFF"/>
                </a:solidFill>
                <a:latin typeface="Noto Sans Ethiopic"/>
                <a:ea typeface="Noto Sans Ethiopic"/>
                <a:cs typeface="Noto Sans Ethiopic"/>
              </a:rPr>
              <a:t>አ ሃ ሃ ጠላቶች በኔ ላይ በተነሱ ጊዜ</a:t>
            </a:r>
            <a:endParaRPr lang="am-ET" sz="3000" b="1"/>
          </a:p>
          <a:p>
            <a:pPr algn="ctr">
              <a:lnSpc>
                <a:spcPct val="112000"/>
              </a:lnSpc>
            </a:pPr>
            <a:r>
              <a:rPr lang="am-ET" sz="3000" b="1" dirty="0">
                <a:solidFill>
                  <a:srgbClr val="FFFFFF"/>
                </a:solidFill>
                <a:latin typeface="Noto Sans Ethiopic"/>
                <a:ea typeface="Noto Sans Ethiopic"/>
                <a:cs typeface="Noto Sans Ethiopic"/>
              </a:rPr>
              <a:t>አ ሃ ሃ በ ፍርሃት ውስጥ ስባኝ</a:t>
            </a:r>
            <a:endParaRPr lang="am-ET" sz="3000" b="1"/>
          </a:p>
          <a:p>
            <a:pPr algn="ctr">
              <a:lnSpc>
                <a:spcPct val="112000"/>
              </a:lnSpc>
            </a:pPr>
            <a:r>
              <a:rPr lang="am-ET" sz="3000" b="1" dirty="0">
                <a:solidFill>
                  <a:srgbClr val="FFFFFF"/>
                </a:solidFill>
                <a:latin typeface="Noto Sans Ethiopic"/>
                <a:ea typeface="Noto Sans Ethiopic"/>
                <a:cs typeface="Noto Sans Ethiopic"/>
              </a:rPr>
              <a:t>ሆኜ በ ትካዜ (2)</a:t>
            </a:r>
            <a:endParaRPr lang="am-ET" sz="3000" b="1"/>
          </a:p>
          <a:p>
            <a:pPr algn="ctr">
              <a:lnSpc>
                <a:spcPct val="112000"/>
              </a:lnSpc>
            </a:pPr>
            <a:r>
              <a:rPr lang="am-ET" sz="3000" b="1" dirty="0">
                <a:solidFill>
                  <a:srgbClr val="FFFFFF"/>
                </a:solidFill>
                <a:latin typeface="Noto Sans Ethiopic"/>
                <a:ea typeface="Noto Sans Ethiopic"/>
                <a:cs typeface="Noto Sans Ethiopic"/>
              </a:rPr>
              <a:t>ሰላም ላንተ ብሎ</a:t>
            </a:r>
            <a:endParaRPr lang="am-ET" sz="3000" b="1"/>
          </a:p>
          <a:p>
            <a:pPr algn="ctr">
              <a:lnSpc>
                <a:spcPct val="112000"/>
              </a:lnSpc>
            </a:pPr>
            <a:r>
              <a:rPr lang="am-ET" sz="3000" b="1" dirty="0">
                <a:solidFill>
                  <a:srgbClr val="FFFFFF"/>
                </a:solidFill>
                <a:latin typeface="Noto Sans Ethiopic"/>
                <a:ea typeface="Noto Sans Ethiopic"/>
                <a:cs typeface="Noto Sans Ethiopic"/>
              </a:rPr>
              <a:t>ሃዘን ተከልክሎ (2)</a:t>
            </a:r>
            <a:endParaRPr lang="am-ET" sz="30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yrics 3"/>
          <p:cNvSpPr txBox="1"/>
          <p:nvPr/>
        </p:nvSpPr>
        <p:spPr>
          <a:xfrm>
            <a:off x="685800" y="411480"/>
            <a:ext cx="10820400" cy="6035040"/>
          </a:xfrm>
          <a:noFill/>
        </p:spPr>
        <p:txBody>
          <a:bodyPr wrap="square" lIns="0" tIns="0" rIns="0" bIns="0" anchor="ctr" anchorCtr="1"/>
          <a:lstStyle/>
          <a:p>
            <a:pPr algn="ctr">
              <a:lnSpc>
                <a:spcPct val="112000"/>
              </a:lnSpc>
            </a:pPr>
            <a:r>
              <a:rPr lang="am-ET" sz="3000" b="1" dirty="0">
                <a:solidFill>
                  <a:srgbClr val="FFFFFF"/>
                </a:solidFill>
                <a:latin typeface="Noto Sans Ethiopic"/>
                <a:ea typeface="Noto Sans Ethiopic"/>
                <a:cs typeface="Noto Sans Ethiopic"/>
              </a:rPr>
              <a:t>አሳዳጆቼ ወድቀው</a:t>
            </a:r>
            <a:endParaRPr lang="am-ET" sz="3000" b="1"/>
          </a:p>
          <a:p>
            <a:pPr algn="ctr">
              <a:lnSpc>
                <a:spcPct val="112000"/>
              </a:lnSpc>
            </a:pPr>
            <a:r>
              <a:rPr lang="am-ET" sz="3000" b="1" dirty="0">
                <a:solidFill>
                  <a:srgbClr val="FFFFFF"/>
                </a:solidFill>
                <a:latin typeface="Noto Sans Ethiopic"/>
                <a:ea typeface="Noto Sans Ethiopic"/>
                <a:cs typeface="Noto Sans Ethiopic"/>
              </a:rPr>
              <a:t>በ ዙሪያዬ አየሁ አሄ ሄ</a:t>
            </a:r>
            <a:endParaRPr lang="am-ET" sz="3000" b="1"/>
          </a:p>
          <a:p>
            <a:pPr algn="ctr">
              <a:lnSpc>
                <a:spcPct val="112000"/>
              </a:lnSpc>
            </a:pPr>
            <a:r>
              <a:rPr lang="am-ET" sz="3000" b="1" dirty="0">
                <a:solidFill>
                  <a:srgbClr val="FFFFFF"/>
                </a:solidFill>
                <a:latin typeface="Noto Sans Ethiopic"/>
                <a:ea typeface="Noto Sans Ethiopic"/>
                <a:cs typeface="Noto Sans Ethiopic"/>
              </a:rPr>
              <a:t>ባምላኬ ተመተው (2)</a:t>
            </a:r>
            <a:endParaRPr lang="am-ET" sz="30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yrics 4"/>
          <p:cNvSpPr txBox="1"/>
          <p:nvPr/>
        </p:nvSpPr>
        <p:spPr>
          <a:xfrm>
            <a:off x="685800" y="411480"/>
            <a:ext cx="10820400" cy="6035040"/>
          </a:xfrm>
          <a:noFill/>
        </p:spPr>
        <p:txBody>
          <a:bodyPr wrap="square" lIns="0" tIns="0" rIns="0" bIns="0" anchor="ctr" anchorCtr="1"/>
          <a:lstStyle/>
          <a:p>
            <a:pPr algn="ctr">
              <a:lnSpc>
                <a:spcPct val="112000"/>
              </a:lnSpc>
            </a:pPr>
            <a:r>
              <a:rPr lang="am-ET" sz="3000" b="1" dirty="0">
                <a:solidFill>
                  <a:srgbClr val="FFFFFF"/>
                </a:solidFill>
                <a:latin typeface="Noto Sans Ethiopic"/>
                <a:ea typeface="Noto Sans Ethiopic"/>
                <a:cs typeface="Noto Sans Ethiopic"/>
              </a:rPr>
              <a:t>መከራን ባየሁበት ዘመን</a:t>
            </a:r>
            <a:endParaRPr lang="am-ET" sz="3000" b="1"/>
          </a:p>
          <a:p>
            <a:pPr algn="ctr">
              <a:lnSpc>
                <a:spcPct val="112000"/>
              </a:lnSpc>
            </a:pPr>
            <a:r>
              <a:rPr lang="am-ET" sz="3000" b="1" dirty="0">
                <a:solidFill>
                  <a:srgbClr val="FFFFFF"/>
                </a:solidFill>
                <a:latin typeface="Noto Sans Ethiopic"/>
                <a:ea typeface="Noto Sans Ethiopic"/>
                <a:cs typeface="Noto Sans Ethiopic"/>
              </a:rPr>
              <a:t>ክፉንም ባየሁበት ፈንታ</a:t>
            </a:r>
            <a:endParaRPr lang="am-ET" sz="3000" b="1"/>
          </a:p>
          <a:p>
            <a:pPr algn="ctr">
              <a:lnSpc>
                <a:spcPct val="112000"/>
              </a:lnSpc>
            </a:pPr>
            <a:r>
              <a:rPr lang="am-ET" sz="3000" b="1" dirty="0">
                <a:solidFill>
                  <a:srgbClr val="FFFFFF"/>
                </a:solidFill>
                <a:latin typeface="Noto Sans Ethiopic"/>
                <a:ea typeface="Noto Sans Ethiopic"/>
                <a:cs typeface="Noto Sans Ethiopic"/>
              </a:rPr>
              <a:t>የ ደስታን ዘይት ከላዬ</a:t>
            </a:r>
            <a:endParaRPr lang="am-ET" sz="3000" b="1"/>
          </a:p>
          <a:p>
            <a:pPr algn="ctr">
              <a:lnSpc>
                <a:spcPct val="112000"/>
              </a:lnSpc>
            </a:pPr>
            <a:r>
              <a:rPr lang="am-ET" sz="3000" b="1" dirty="0">
                <a:solidFill>
                  <a:srgbClr val="FFFFFF"/>
                </a:solidFill>
                <a:latin typeface="Noto Sans Ethiopic"/>
                <a:ea typeface="Noto Sans Ethiopic"/>
                <a:cs typeface="Noto Sans Ethiopic"/>
              </a:rPr>
              <a:t>አፈሰሰልኝ በላዬ</a:t>
            </a:r>
            <a:endParaRPr lang="am-ET" sz="3000" b="1"/>
          </a:p>
          <a:p>
            <a:pPr algn="ctr">
              <a:lnSpc>
                <a:spcPct val="112000"/>
              </a:lnSpc>
            </a:pPr>
            <a:r>
              <a:rPr lang="am-ET" sz="3000" b="1" dirty="0">
                <a:solidFill>
                  <a:srgbClr val="FFFFFF"/>
                </a:solidFill>
                <a:latin typeface="Noto Sans Ethiopic"/>
                <a:ea typeface="Noto Sans Ethiopic"/>
                <a:cs typeface="Noto Sans Ethiopic"/>
              </a:rPr>
              <a:t>እየሱስ ጌታዬ(2) (2)</a:t>
            </a:r>
            <a:endParaRPr lang="am-ET" sz="3000" b="1"/>
          </a:p>
          <a:p>
            <a:pPr algn="ctr">
              <a:lnSpc>
                <a:spcPct val="112000"/>
              </a:lnSpc>
            </a:pPr>
            <a:r>
              <a:rPr lang="am-ET" sz="3000" b="1" dirty="0">
                <a:solidFill>
                  <a:srgbClr val="FFFFFF"/>
                </a:solidFill>
                <a:latin typeface="Noto Sans Ethiopic"/>
                <a:ea typeface="Noto Sans Ethiopic"/>
                <a:cs typeface="Noto Sans Ethiopic"/>
              </a:rPr>
              <a:t>ለቅሶዬን በ ደስታ ቀየረልኝ</a:t>
            </a:r>
            <a:endParaRPr lang="am-ET" sz="3000" b="1"/>
          </a:p>
          <a:p>
            <a:pPr algn="ctr">
              <a:lnSpc>
                <a:spcPct val="112000"/>
              </a:lnSpc>
            </a:pPr>
            <a:r>
              <a:rPr lang="am-ET" sz="3000" b="1" dirty="0">
                <a:solidFill>
                  <a:srgbClr val="FFFFFF"/>
                </a:solidFill>
                <a:latin typeface="Noto Sans Ethiopic"/>
                <a:ea typeface="Noto Sans Ethiopic"/>
                <a:cs typeface="Noto Sans Ethiopic"/>
              </a:rPr>
              <a:t>አሃሃ ቀየረልኝ</a:t>
            </a:r>
            <a:endParaRPr lang="am-ET" sz="30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yrics 5"/>
          <p:cNvSpPr txBox="1"/>
          <p:nvPr/>
        </p:nvSpPr>
        <p:spPr>
          <a:xfrm>
            <a:off x="685800" y="411480"/>
            <a:ext cx="10820400" cy="6035040"/>
          </a:xfrm>
          <a:noFill/>
        </p:spPr>
        <p:txBody>
          <a:bodyPr wrap="square" lIns="0" tIns="0" rIns="0" bIns="0" anchor="ctr" anchorCtr="1"/>
          <a:lstStyle/>
          <a:p>
            <a:pPr algn="ctr">
              <a:lnSpc>
                <a:spcPct val="112000"/>
              </a:lnSpc>
            </a:pPr>
            <a:r>
              <a:rPr lang="am-ET" sz="3000" b="1" dirty="0">
                <a:solidFill>
                  <a:srgbClr val="FFFFFF"/>
                </a:solidFill>
                <a:latin typeface="Noto Sans Ethiopic"/>
                <a:ea typeface="Noto Sans Ethiopic"/>
                <a:cs typeface="Noto Sans Ethiopic"/>
              </a:rPr>
              <a:t>እምባዬን ካይኔ ላይ አበሰልኝ</a:t>
            </a:r>
            <a:endParaRPr lang="am-ET" sz="3000" b="1"/>
          </a:p>
          <a:p>
            <a:pPr algn="ctr">
              <a:lnSpc>
                <a:spcPct val="112000"/>
              </a:lnSpc>
            </a:pPr>
            <a:r>
              <a:rPr lang="am-ET" sz="3000" b="1" dirty="0">
                <a:solidFill>
                  <a:srgbClr val="FFFFFF"/>
                </a:solidFill>
                <a:latin typeface="Noto Sans Ethiopic"/>
                <a:ea typeface="Noto Sans Ethiopic"/>
                <a:cs typeface="Noto Sans Ethiopic"/>
              </a:rPr>
              <a:t>አሃ አበሰልኝ</a:t>
            </a:r>
            <a:endParaRPr lang="am-ET" sz="3000" b="1"/>
          </a:p>
          <a:p>
            <a:pPr algn="ctr">
              <a:lnSpc>
                <a:spcPct val="112000"/>
              </a:lnSpc>
            </a:pPr>
            <a:r>
              <a:rPr lang="am-ET" sz="3000" b="1" dirty="0">
                <a:solidFill>
                  <a:srgbClr val="FFFFFF"/>
                </a:solidFill>
                <a:latin typeface="Noto Sans Ethiopic"/>
                <a:ea typeface="Noto Sans Ethiopic"/>
                <a:cs typeface="Noto Sans Ethiopic"/>
              </a:rPr>
              <a:t>አብሮነቱ ከኔ ጋር ሆነና</a:t>
            </a:r>
            <a:endParaRPr lang="am-ET" sz="3000" b="1"/>
          </a:p>
          <a:p>
            <a:pPr algn="ctr">
              <a:lnSpc>
                <a:spcPct val="112000"/>
              </a:lnSpc>
            </a:pPr>
            <a:r>
              <a:rPr lang="am-ET" sz="3000" b="1" dirty="0">
                <a:solidFill>
                  <a:srgbClr val="FFFFFF"/>
                </a:solidFill>
                <a:latin typeface="Noto Sans Ethiopic"/>
                <a:ea typeface="Noto Sans Ethiopic"/>
                <a:cs typeface="Noto Sans Ethiopic"/>
              </a:rPr>
              <a:t>ኢየሱስ አብሮኝ ሆነና</a:t>
            </a:r>
            <a:endParaRPr lang="am-ET" sz="3000" b="1"/>
          </a:p>
          <a:p>
            <a:pPr algn="ctr">
              <a:lnSpc>
                <a:spcPct val="112000"/>
              </a:lnSpc>
            </a:pPr>
            <a:r>
              <a:rPr lang="am-ET" sz="3000" b="1" dirty="0">
                <a:solidFill>
                  <a:srgbClr val="FFFFFF"/>
                </a:solidFill>
                <a:latin typeface="Noto Sans Ethiopic"/>
                <a:ea typeface="Noto Sans Ethiopic"/>
                <a:cs typeface="Noto Sans Ethiopic"/>
              </a:rPr>
              <a:t>ለዋውጦ ቀያይሮ አስዋበኛ</a:t>
            </a:r>
            <a:endParaRPr lang="am-ET" sz="3000" b="1"/>
          </a:p>
          <a:p>
            <a:pPr algn="ctr">
              <a:lnSpc>
                <a:spcPct val="112000"/>
              </a:lnSpc>
            </a:pPr>
            <a:r>
              <a:rPr lang="am-ET" sz="3000" b="1" dirty="0">
                <a:solidFill>
                  <a:srgbClr val="FFFFFF"/>
                </a:solidFill>
                <a:latin typeface="Noto Sans Ethiopic"/>
                <a:ea typeface="Noto Sans Ethiopic"/>
                <a:cs typeface="Noto Sans Ethiopic"/>
              </a:rPr>
              <a:t>አቆመኝ እንደገና</a:t>
            </a:r>
            <a:endParaRPr lang="am-ET" sz="30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yrics 6"/>
          <p:cNvSpPr txBox="1"/>
          <p:nvPr/>
        </p:nvSpPr>
        <p:spPr>
          <a:xfrm>
            <a:off x="685800" y="411480"/>
            <a:ext cx="10820400" cy="6035040"/>
          </a:xfrm>
          <a:noFill/>
        </p:spPr>
        <p:txBody>
          <a:bodyPr wrap="square" lIns="0" tIns="0" rIns="0" bIns="0" anchor="ctr" anchorCtr="1"/>
          <a:lstStyle/>
          <a:p>
            <a:pPr algn="ctr">
              <a:lnSpc>
                <a:spcPct val="112000"/>
              </a:lnSpc>
            </a:pPr>
            <a:r>
              <a:rPr lang="am-ET" sz="3000" b="1" dirty="0">
                <a:solidFill>
                  <a:srgbClr val="FFFFFF"/>
                </a:solidFill>
                <a:latin typeface="Noto Sans Ethiopic"/>
                <a:ea typeface="Noto Sans Ethiopic"/>
                <a:cs typeface="Noto Sans Ethiopic"/>
              </a:rPr>
              <a:t>አዝማቼ !</a:t>
            </a:r>
            <a:endParaRPr lang="am-ET" sz="3000" b="1"/>
          </a:p>
          <a:p>
            <a:pPr algn="ctr">
              <a:lnSpc>
                <a:spcPct val="112000"/>
              </a:lnSpc>
            </a:pPr>
            <a:r>
              <a:rPr lang="am-ET" sz="3000" b="1" dirty="0">
                <a:solidFill>
                  <a:srgbClr val="FFFFFF"/>
                </a:solidFill>
                <a:latin typeface="Noto Sans Ethiopic"/>
                <a:ea typeface="Noto Sans Ethiopic"/>
                <a:cs typeface="Noto Sans Ethiopic"/>
              </a:rPr>
              <a:t>አዝማቸ ነው ከፊተ ሚወጣው</a:t>
            </a:r>
            <a:endParaRPr lang="am-ET" sz="3000" b="1"/>
          </a:p>
          <a:p>
            <a:pPr algn="ctr">
              <a:lnSpc>
                <a:spcPct val="112000"/>
              </a:lnSpc>
            </a:pPr>
            <a:r>
              <a:rPr lang="am-ET" sz="3000" b="1" dirty="0">
                <a:solidFill>
                  <a:srgbClr val="FFFFFF"/>
                </a:solidFill>
                <a:latin typeface="Noto Sans Ethiopic"/>
                <a:ea typeface="Noto Sans Ethiopic"/>
                <a:cs typeface="Noto Sans Ethiopic"/>
              </a:rPr>
              <a:t>በ ጦርነቴ ላይ ድልን የሚያመጣ (2)</a:t>
            </a:r>
            <a:endParaRPr lang="am-ET" sz="3000" b="1"/>
          </a:p>
          <a:p>
            <a:pPr algn="ctr">
              <a:lnSpc>
                <a:spcPct val="112000"/>
              </a:lnSpc>
            </a:pPr>
            <a:r>
              <a:rPr lang="am-ET" sz="3000" b="1" dirty="0">
                <a:solidFill>
                  <a:srgbClr val="FFFFFF"/>
                </a:solidFill>
                <a:latin typeface="Noto Sans Ethiopic"/>
                <a:ea typeface="Noto Sans Ethiopic"/>
                <a:cs typeface="Noto Sans Ethiopic"/>
              </a:rPr>
              <a:t>አስጨናቂዎቼን ባንድ ቃል በትኖ</a:t>
            </a:r>
            <a:endParaRPr lang="am-ET" sz="3000" b="1"/>
          </a:p>
          <a:p>
            <a:pPr algn="ctr">
              <a:lnSpc>
                <a:spcPct val="112000"/>
              </a:lnSpc>
            </a:pPr>
            <a:r>
              <a:rPr lang="am-ET" sz="3000" b="1" dirty="0">
                <a:solidFill>
                  <a:srgbClr val="FFFFFF"/>
                </a:solidFill>
                <a:latin typeface="Noto Sans Ethiopic"/>
                <a:ea typeface="Noto Sans Ethiopic"/>
                <a:cs typeface="Noto Sans Ethiopic"/>
              </a:rPr>
              <a:t>ተራመድ ብሎኛል ተራራውን ደልድሎ</a:t>
            </a:r>
            <a:endParaRPr lang="am-ET" sz="30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yrics 7"/>
          <p:cNvSpPr txBox="1"/>
          <p:nvPr/>
        </p:nvSpPr>
        <p:spPr>
          <a:xfrm>
            <a:off x="685800" y="411480"/>
            <a:ext cx="10820400" cy="6035040"/>
          </a:xfrm>
          <a:noFill/>
        </p:spPr>
        <p:txBody>
          <a:bodyPr wrap="square" lIns="0" tIns="0" rIns="0" bIns="0" anchor="ctr" anchorCtr="1"/>
          <a:lstStyle/>
          <a:p>
            <a:pPr algn="ctr">
              <a:lnSpc>
                <a:spcPct val="112000"/>
              </a:lnSpc>
            </a:pPr>
            <a:r>
              <a:rPr lang="am-ET" sz="3000" b="1" dirty="0">
                <a:solidFill>
                  <a:srgbClr val="FFFFFF"/>
                </a:solidFill>
                <a:latin typeface="Noto Sans Ethiopic"/>
                <a:ea typeface="Noto Sans Ethiopic"/>
                <a:cs typeface="Noto Sans Ethiopic"/>
              </a:rPr>
              <a:t>ከ እንግዲማ ኖራለሁኝ</a:t>
            </a:r>
            <a:endParaRPr lang="am-ET" sz="3000" b="1"/>
          </a:p>
          <a:p>
            <a:pPr algn="ctr">
              <a:lnSpc>
                <a:spcPct val="112000"/>
              </a:lnSpc>
            </a:pPr>
            <a:r>
              <a:rPr lang="am-ET" sz="3000" b="1" dirty="0">
                <a:solidFill>
                  <a:srgbClr val="FFFFFF"/>
                </a:solidFill>
                <a:latin typeface="Noto Sans Ethiopic"/>
                <a:ea typeface="Noto Sans Ethiopic"/>
                <a:cs typeface="Noto Sans Ethiopic"/>
              </a:rPr>
              <a:t>ያምላኬ ስም እየተጠራ</a:t>
            </a:r>
            <a:endParaRPr lang="am-ET" sz="3000" b="1"/>
          </a:p>
          <a:p>
            <a:pPr algn="ctr">
              <a:lnSpc>
                <a:spcPct val="112000"/>
              </a:lnSpc>
            </a:pPr>
            <a:r>
              <a:rPr lang="am-ET" sz="3000" b="1" dirty="0">
                <a:solidFill>
                  <a:srgbClr val="FFFFFF"/>
                </a:solidFill>
                <a:latin typeface="Noto Sans Ethiopic"/>
                <a:ea typeface="Noto Sans Ethiopic"/>
                <a:cs typeface="Noto Sans Ethiopic"/>
              </a:rPr>
              <a:t>የኔ ኩራት ወጌ ማረጌ</a:t>
            </a:r>
            <a:endParaRPr lang="am-ET" sz="3000" b="1"/>
          </a:p>
          <a:p>
            <a:pPr algn="ctr">
              <a:lnSpc>
                <a:spcPct val="112000"/>
              </a:lnSpc>
            </a:pPr>
            <a:r>
              <a:rPr lang="am-ET" sz="3000" b="1" dirty="0">
                <a:solidFill>
                  <a:srgbClr val="FFFFFF"/>
                </a:solidFill>
                <a:latin typeface="Noto Sans Ethiopic"/>
                <a:ea typeface="Noto Sans Ethiopic"/>
                <a:cs typeface="Noto Sans Ethiopic"/>
              </a:rPr>
              <a:t>ኢየሱሴ ደራሽ ለ ነፍሴ (4)</a:t>
            </a:r>
            <a:endParaRPr lang="am-ET" sz="30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rk Lyrics">
  <a:themeElements>
    <a:clrScheme name="Dark Lyrics">
      <a:dk1>
        <a:srgbClr val="111111"/>
      </a:dk1>
      <a:lt1>
        <a:srgbClr val="FFFFFF"/>
      </a:lt1>
      <a:dk2>
        <a:srgbClr val="111111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DDDDDD"/>
      </a:folHlink>
    </a:clrScheme>
    <a:fontScheme name="Dark Lyrics">
      <a:majorFont>
        <a:latin typeface="Noto Sans Ethiopic"/>
        <a:ea typeface="Noto Sans Ethiopic"/>
        <a:cs typeface="Noto Sans Ethiopic"/>
      </a:majorFont>
      <a:minorFont>
        <a:latin typeface="Noto Sans Ethiopic"/>
        <a:ea typeface="Noto Sans Ethiopic"/>
        <a:cs typeface="Noto Sans Ethiopic"/>
      </a:minorFont>
    </a:fontScheme>
    <a:fmtScheme name="Dark Lyrics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Amharic Songs Master List</Application>
  <PresentationFormat>Widescreen</PresentationFormat>
  <Slides>7</Slides>
  <Notes>0</Notes>
  <HiddenSlides>0</HiddenSlides>
  <MMClips>0</MMClips>
  <ScaleCrop>false</ScaleCrop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Yedesta Zeyt ()</dc:title>
  <dc:creator>Bereket Alemu</dc:creator>
  <cp:lastModifiedBy>Amharic Songs Master List</cp:lastModifiedBy>
  <dcterms:created xsi:type="dcterms:W3CDTF">2026-09-22T23:35:03.743Z</dcterms:created>
  <dcterms:modified xsi:type="dcterms:W3CDTF">2026-09-22T23:35:03.743Z</dcterms:modified>
</cp:coreProperties>
</file>