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ያድናል ኢየሱስ ያድናል ከዘለዓለም ሞት ያድናል ኢየሱስ ብቻውን እውነት መንገድ ህይወት ያድናል ኢየሱስ አምነናል በስሙ ድነናል ያድናል ኢየሱስ ህያዋን ምስክር ሆነናል አዋጅ ነጋሪ ነኝ ወንጌሉን አብሳሪ በጨለማ መንደር ብርሃኑን አብሪ ወንጌል ሰባኪ ነኝ ኢየሱስ ያድናል ባይ ከስጋና ከደም ጋር ማይማከር አገልጋይ ያድናል ኢየሱስ ያድናል ከዘለዓለም ሞት ያድናል ኢየሱስ ብቻውን እውነት መንገድ ህይወት ያድናል ኢየሱስ አምነናል በስሙ ድነናል ያድናል ኢየሱስ ህያዋን ምስክር ሆነናል የዕዳ ፅፈታችንን በመስቀል የደመሰሰው ስለ ሰው ልጆች ሀጢያት እርግማን የሆነው ሌላ የድነት መንገድ የለም ከማመን ከሱ ውጪ ይሄን ለማብሰር ታድያለሁ ስእግዚአብሔር ልጅ አዋጅ ነጋሪ ነኝ ወንጌሉን አብሳሪ በጨለማ መንደር ብርሃኑን አብሪ ወንጌል ሰባኪ ነኝ ኢየሱስ ያድናል ባይ ከስጋና ከደም ጋር ማይማከር አገልጋይ ያድናል ኢየሱስ ያድናል ከዘለዓለም ሞት ያድናል ኢየሱስ ብቻውን እውነት መንገድ ህይወት ያድናል ኢየሱስ አምነናል በስሙ ድነናል ያድናል ኢየሱስ ህያዋን ምስክር ሆነናል ከተስፋው ቃል እጅግ ርቀን የጠፋን ነበርን በስጋ ሀሳብ እንደልባችን የተመላለስን እግዚአብሔር ግን በምህረቱ ባለጠጋ ስለሆነ የዘላለምን ህይወት ሰጠን በፀጋው አዳነን አዋጅ ነጋሪ ነኝ ወንጌሉን አብሳሪ ያድናል ኢየሱስ ያድናል ከዘለዓለም ሞት ያድናል ኢየሱስ ብቻውን እውነት መንገድ ህይወት ያድናል ኢየሱስ አምነናል በስሙ ድነናል ያድናል ኢየሱስ ህያዋን ምስክር ሆነናል አዋጅ ነጋሪ ነኝ ወንጌሉን አብሳሪ በጨለማ መንደር ብርሃኑን አብሪ ወንጌል ሰባኪ ነኝ ኢየሱስ ያድናል ባይ ከስጋና ከደም ጋር ማይማከር አገልጋይ ያድናል ኢየሱስ ያድናል ከዘለዓለም ሞት ያድናል ኢየሱስ ብቻውን እውነት መንገድ ህይወት ያድናል ኢየሱስ አምነናል በስሙ ድነናል ያድናል ኢየሱስ ህያዋን ምስክር ሆነናል የዕዳ ፅፈታችንን በመስቀል የደመሰሰው ስለ ሰው ልጆች ሀጢያት እርግማን የሆነው ሌላ የድነት መንገድ የለም ከማመን ከሱ ውጪ ይሄን ለማብሰር ታድያለሁ ስእግዚአብሔር ልጅ አዋጅ ነጋሪ ነኝ ወንጌሉን አብሳሪ በጨለማ መንደር ብርሃኑን አብሪ ወንጌል ሰባኪ ነኝ ኢየሱስ ያድናል ባይ ከስጋና ከደም ጋር ማይማከር አገልጋይ ያድናል ኢየሱስ ያድናል ከዘለዓለም ሞት ያድናል ኢየሱስ ብቻውን እውነት መንገድ ህይወት ያድናል ኢየሱስ አምነናል በስሙ ድነናል ያድናል ኢየሱስ ህያዋን ምስክር ሆነናል ከተስፋው ቃል እጅግ ርቀን የጠፋን ነበርን በስጋ ሀሳብ እንደልባችን የተመላለስን እግዚአብሔር ግን በምህረቱ ባለጠጋ ስለሆነ የዘላለምን ህይወት ሰጠን በፀጋው አዳነን አዋጅ ነጋሪ ነኝ ወንጌሉን አብሳሪ</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Yadenal Eyesus ()</dc:title>
  <dc:creator>Bereket Lemma</dc:creator>
  <cp:lastModifiedBy>Amharic Songs Master List</cp:lastModifiedBy>
  <dcterms:created xsi:type="dcterms:W3CDTF">2026-09-22T23:35:03.790Z</dcterms:created>
  <dcterms:modified xsi:type="dcterms:W3CDTF">2026-09-22T23:35:03.790Z</dcterms:modified>
</cp:coreProperties>
</file>