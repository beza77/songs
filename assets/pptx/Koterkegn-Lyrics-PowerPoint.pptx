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Ebrima"/>
              </a:rPr>
              <a:t>ቆጠርቀኝ</a:t>
            </a:r>
          </a:p>
          <a:p>
            <a:pPr algn="ctr">
              <a:spcAft>
                <a:spcPts val="600"/>
              </a:spcAft>
            </a:pPr>
            <a:r>
              <a:rPr sz="3000" b="0">
                <a:solidFill>
                  <a:srgbClr val="9AA3B2"/>
                </a:solidFill>
                <a:latin typeface="Ebrima"/>
              </a:rPr>
              <a:t>Koterkegn</a:t>
            </a:r>
          </a:p>
          <a:p>
            <a:pPr algn="ctr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Ebrima"/>
              </a:rPr>
              <a:t/>
            </a:r>
          </a:p>
          <a:p>
            <a:pPr algn="ctr">
              <a:spcAft>
                <a:spcPts val="600"/>
              </a:spcAft>
            </a:pPr>
            <a:r>
              <a:rPr sz="3400" b="0">
                <a:solidFill>
                  <a:srgbClr val="E8C46A"/>
                </a:solidFill>
                <a:latin typeface="Ebrima"/>
              </a:rPr>
              <a:t>ሃና ፡ ተክለ</a:t>
            </a:r>
          </a:p>
          <a:p>
            <a:pPr algn="ctr">
              <a:spcAft>
                <a:spcPts val="600"/>
              </a:spcAft>
            </a:pPr>
            <a:r>
              <a:rPr sz="2400" b="0">
                <a:solidFill>
                  <a:srgbClr val="9AA3B2"/>
                </a:solidFill>
                <a:latin typeface="Ebrima"/>
              </a:rPr>
              <a:t>Meswaet ·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የዓለምን ጥበብ ልታሳፍር ሞኝን ነገር የመረጥህ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ብርቱውንም ደግሞ ልታሳፍር ደካማውን የፈለግህ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ይደንቀኛል አደራረግህ-የኔን ሕይወት እንዲህ አደረግህ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ይገርመኛል አሰራርህ- የኔን ህይወት እንዲህ ያደረግህ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ፍቅር ነው ያንተስ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አምላክ ነህ አንተስ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አይቸግርህም አንተን የሰው ብዛት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የሚያመልክህ በብዙ ትጋት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እኔን ደካማዋን ለየህ ለክብርህ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በፊትህ ልቆም ላጥን በቤትህ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እኔን ደካማዋን ለየህ ለክብርህ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በፊትህ ልቆም ላጥን በቤትህ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ፍቅር ነው ያንተስ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አምላክ ነህ አንተስ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በአይኖችህ ታየሁኝ አገኘኝ ሞገስህ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የማልበቃውን ሰው ብቁ አረገኝ ጥበብህ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ይኸው ዝማሬ ላንተ ምስጋና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ያበጃጀኸኝ አንተ ነህና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ይኸው ክብር ይሁን ምስጋና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ለክብር ያረግከኝ አንተ ነህና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ፍቅር ነው ያንተስ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አምላክ ነህ አንተስ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ስምህን የሚጠሩትን ያንተን ክፉ አሳዳጅ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በደማስቆ አግኝተህ አደረግከው ሳውልን ወዳጅ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የተመረጠ የክብር እቃ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ይኸው አረግከው ለክብር በቃ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ስምህን የሚሸከም የክብር እቃ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ይኸው አረግከው ለቤትህ በቃ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የዓለምን ጥበብ ልታሳፍር ሞኝን ነገር የመረጥህ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ብርቱውንም ደግሞ ልታሳፍር ደካማውን የፈለግህ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ይደንቀኛል አደራረግህ-የኔን ሕይወት እንዲ አደረግህ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ይገርመኛል አሰራርህ- የኔን ህይወት እንዲህ ያደረግህ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ፍቅር ነው ያንተስ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90879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የቆጠርከኝ ታማኝ አድርገህ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የሾምከኝ ለቤትህ አምነህ</a:t>
            </a:r>
          </a:p>
          <a:p>
            <a:pPr algn="ctr">
              <a:spcAft>
                <a:spcPts val="18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ምን አይነት አምላክ ነህ አንተስ</a:t>
            </a:r>
          </a:p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Ebrima"/>
              </a:rPr>
              <a:t>ሰው ሰውን እንደሚያይ መቼ ታያለህ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5400" b="1">
                <a:solidFill>
                  <a:srgbClr val="E8C46A"/>
                </a:solidFill>
                <a:latin typeface="Ebrima"/>
              </a:rPr>
              <a:t>አሜን</a:t>
            </a:r>
          </a:p>
          <a:p>
            <a:pPr algn="ctr">
              <a:spcAft>
                <a:spcPts val="600"/>
              </a:spcAft>
            </a:pPr>
            <a:r>
              <a:rPr sz="2800" b="0">
                <a:solidFill>
                  <a:srgbClr val="9AA3B2"/>
                </a:solidFill>
                <a:latin typeface="Ebrima"/>
              </a:rPr>
              <a:t>ቆጠርቀኝ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