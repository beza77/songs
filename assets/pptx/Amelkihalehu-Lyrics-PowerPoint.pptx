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Ebrima"/>
              </a:rPr>
              <a:t>አመልክሀለሁ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9AA3B2"/>
                </a:solidFill>
                <a:latin typeface="Ebrima"/>
              </a:rPr>
              <a:t>Amelkihalehu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Ebrima"/>
              </a:rPr>
              <a:t/>
            </a:r>
          </a:p>
          <a:p>
            <a:pPr algn="ctr">
              <a:spcAft>
                <a:spcPts val="600"/>
              </a:spcAft>
            </a:pPr>
            <a:r>
              <a:rPr sz="3400" b="0">
                <a:solidFill>
                  <a:srgbClr val="E8C46A"/>
                </a:solidFill>
                <a:latin typeface="Ebrima"/>
              </a:rPr>
              <a:t>ሃና ፡ ተክለ</a:t>
            </a:r>
          </a:p>
          <a:p>
            <a:pPr algn="ctr">
              <a:spcAft>
                <a:spcPts val="600"/>
              </a:spcAft>
            </a:pPr>
            <a:r>
              <a:rPr sz="2400" b="0">
                <a:solidFill>
                  <a:srgbClr val="9AA3B2"/>
                </a:solidFill>
                <a:latin typeface="Ebrima"/>
              </a:rPr>
              <a:t>Meswaet ·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አስቤ አስቤ አስቤ ያረክልኝ ከልቤ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አመልክሃለሁ ክብሬ ነህ የከርኩብህ ስሜ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አስቤ አስቤ አስቤ የሆንክልኝ ቆጥረ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አመልክሃለሁ ኃይሌ ነህ የከበርኩብህ ክብሬ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አመልክሃለሁ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የለኝም አቅምና ጉልበት አራሴን የማሳይበት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የለኝም ከእግዚአብሄር ሌላ አላውቂም ፈረስም ሰረገላ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አንድ ነው የኔ ጉልበት ደፍሬ ምሰብክለት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አግዚአብሔር ነው መመኪያዬ አለኝ የሚለው ጌታዬ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አመልክሃለሁ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ከበዛው ፍቅርህ በስተቀር ምን አለኝ ብልስ ልናገር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አልቻልኩም የለኝምና ያኝን ይኸው ምስጋና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ከማዳን ድንቅ ጀምረህ ያኮምቀኝ አንዲህ አክብረህ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ያክብርህ ዘሬ በሙሉ ያምልኩህ አለህ ይበሉህ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አመልክሃለሁ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ይህ ያለኝ ይላል የኖረው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ይህ ያለኝ ይላል የሞላው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አለኝ ይላል ዶሴውን መዞ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ይህ አለኝ ይላል ያለውን ቆጥሮ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እኔስ የለኝም ዶሴ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አለኝ የሚለው የራሴን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እኔ አሳይሀለው ክብሬን የሞላኝን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እኔ አሳይሀለው ሀብተን የእግዚአበሔሩን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ጉልበቴ ሆይ አቅሜ ነህ/ሆይ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የኔ እግዚአብሔር ጋሻዬ ነህ/ሆይ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እንዳንተ የረዳኝ ማነው እንዳንተ ያከበረኝ ማነው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ለኔ አንዳንተ ማነው ለኔ አንዳንተ ማነው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ብርታቴ/ብቃቴ ሆይ ሞገሴ ነህ/ ሆይ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የኔ ክብር ማዕረጌ ነህ /ሆይ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ለኔ አንዳንተ ማነው ለኔ አንዳንተ ማነው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E8C46A"/>
                </a:solidFill>
                <a:latin typeface="Ebrima"/>
              </a:rPr>
              <a:t>አሜን</a:t>
            </a:r>
          </a:p>
          <a:p>
            <a:pPr algn="ctr">
              <a:spcAft>
                <a:spcPts val="600"/>
              </a:spcAft>
            </a:pPr>
            <a:r>
              <a:rPr sz="2800" b="0">
                <a:solidFill>
                  <a:srgbClr val="9AA3B2"/>
                </a:solidFill>
                <a:latin typeface="Ebrima"/>
              </a:rPr>
              <a:t>አመልክሀለሁ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