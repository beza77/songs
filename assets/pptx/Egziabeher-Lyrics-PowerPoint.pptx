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አግዚአብሔር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Egziabeher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በሰማይ በምድር አቻ የለህ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ወሰን ልኬት የለው ግዛትህ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ክብርህ ሰማያትን ሸፍኖ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ላይደረስበት አለ ገኖ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እግዚአብሔር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አንተ ሰማያትን ምድርን ሞልተሀል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አለቅነት ስልጣን አንተን ያመልኩሀል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የለም ካንተ በላይ ደርሶ ሚጠጋጋ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ገናናነት ክብር ሁሌም አንተ ጋ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እግዚአብሔር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ሁሉን ታደርግ ዘንድ ቻይ ነህ አንተ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ሀሳብህም ከቶ አይከለከልም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በምድር ያለው ሁሉ ገንዘብህ ነው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ካንተ የተሰወረ የለም ምንም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እግዚአብሔር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ከዜማ በላይ ነው ክብርህ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ከቃላት በላይ ነው ማንነትህ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አንተ ታላቅ 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አንተን መሣይ የሌለህ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እግዚአብሔር እግዚአብሔር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አግዚአብሔር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