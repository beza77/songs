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type="screen16x9"/>
  <p:notesSz cx="6858000" cy="9144000"/>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ideView">
  <p:normalViewPr/>
  <p:slideViewPr>
    <p:cSldViewPr>
      <p:cViewPr varScale="1">
        <p:scale>
          <a:sx n="1" d="1"/>
          <a:sy n="1" d="1"/>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dk1" bg2="dk2" folHlink="folHlink" hlink="hlink" tx1="lt1" tx2="lt2"/>
  <p:sldLayoutIdLst>
    <p:sldLayoutId id="1"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Lyrics 1"/>
          <p:cNvSpPr txBox="1"/>
          <p:nvPr/>
        </p:nvSpPr>
        <p:spPr>
          <a:xfrm>
            <a:off x="685800" y="411480"/>
            <a:ext cx="10820400" cy="6035040"/>
          </a:xfrm>
          <a:noFill/>
        </p:spPr>
        <p:txBody>
          <a:bodyPr wrap="square" lIns="0" tIns="0" rIns="0" bIns="0" anchor="ctr" anchorCtr="1"/>
          <a:lstStyle/>
          <a:p>
            <a:pPr algn="ctr">
              <a:lnSpc>
                <a:spcPct val="112000"/>
              </a:lnSpc>
            </a:pPr>
            <a:r>
              <a:rPr lang="am-ET" sz="2300" b="1" dirty="0">
                <a:solidFill>
                  <a:srgbClr val="FFFFFF"/>
                </a:solidFill>
                <a:latin typeface="Noto Sans Ethiopic"/>
                <a:ea typeface="Noto Sans Ethiopic"/>
                <a:cs typeface="Noto Sans Ethiopic"/>
              </a:rPr>
              <a:t>ሳይቆረቁረኝ ትከሻው ሳይታክት እጄን ሲይዘኝ ብዙም አልታዘዝኩም ከዓመታት ዓመት ሳልሰማው ኖርኩኝ ልቤማ ጠጣር ነው ለመርታት እንጂ መሸነፍ መች አውቆ ከያቦቅ ማዶ ብቻዬን አስቀረኝ ሊያሸንፈኝ ወዶ ብዙ ባክኛለሁ እርካታን ፍለጋ ደሞዜን ቀይረው ሲያስከፍሉኝ ዋጋ ብቻዬን ስሞግት ሊነጋ ሲያቅላላ አንዴ ንካኝና ጎዶሎዬን ሙላ ላንተ ተሸንፌ ሌላውን አሸንፌ በድሌ መዝገብ ላይ ልፃፍህ አድምቄ አንዴ ነክተኸኝ ስሜን ከለወጥከው እያነከስኩም ቢሆን ሁሉንም ቀድማለሁ ቀድሜ ደርሳለሁ ..... ያቦቅን ስሻገር ተሸንፌ ነው አንተ ግን ያልከኝ አሸንፈህ ነው አርፍጄ ስሻገር ተሸንፌ ነው አንተ ግን ያልከኝ አንተ ቀድመህ ነው *2 አሁን አልዋሽህም ስሜን ነግርሃለው ሰብስቤ ሲበተን ስባክን ኖረያለሁ ይሻገር ደሞዜም የልፋቴም ዋጋ ብቻዬን ቀርቼ ልሞግት ካንተ ጋር ንካው ሹላዳዬን ቀደም ቀደም አልበል አንተን አስቀድሜ ከኋላ ልሻገር እያነከስኩ ብመጣም ፈጥኜ ባልኸድም ካንተ ጋር ዘግይቶ ያረፈደ የለም የከሰረ የለም.. ያቦቅን ስሻገር ተሸንፌ ነው አንተ ግን ያልከኝ አሸንፈህ ነው አርፍጄ ስሻገር ተሸንፌ ነው አንተ ግን ያልከኝ አንተ ቀድመህ ነው *2 ሳይቆረቁረኝ ትከሻው ሳይታክት እጄን ሲይዘኝ ብዙም አልታዘዝኩም ከዓመታት ዓመት ሳልሰማው ኖርኩኝ ልቤማ ጠጣር ነው ለመርታት እንጂ መሸነፍ መች አውቆ ከያቦቅ ማዶ ብቻዬን አስቀረኝ ሊያሸንፈኝ ወዶ ብዙ ባክኛለሁ እርካታን ፍለጋ ደሞዜን ቀይረው ሲያስከፍሉኝ ዋጋ ብቻዬን ስሞግት ሊነጋ ሲያቅላላ አንዴ ንካኝና ጎዶሎዬን ሙላ ላንተ ተሸንፌ ሌላውን አሸንፌ በድሌ መዝገብ ላይ ልፃፍህ አድምቄ አንዴ ነክተኸኝ ስሜን ከለወጥከው እያነከስኩም ቢሆን ሁሉንም ቀድማለሁ ቀድሜ ደርሳለሁ ..... ያቦቅን ስሻገር ተሸንፌ ነው አንተ ግን ያልከኝ አሸንፈህ ነው አርፍጄ ስሻገር ተሸንፌ ነው አንተ ግን ያልከኝ አንተ ቀድመህ ነው *2 አሁን አልዋሽህም ስሜን ነግርሃለው ሰብስቤ ሲበተን ስባክን ኖረያለሁ ይሻገር ደሞዜም የልፋቴም ዋጋ ብቻዬን ቀርቼ ልሞግት ካንተ ጋር ንካው ሹላዳዬን ቀደም ቀደም አልበል አንተን አስቀድሜ ከኋላ ልሻገር እያነከስኩ ብመጣም ፈጥኜ ባልኸድም ካንተ ጋር ዘግይቶ ያረፈደ የለም የከሰረ የለም.. ያቦቅን ስሻገር ተሸንፌ ነው አንተ ግን ያልከኝ አሸንፈህ ነው አርፍጄ ስሻገር ተሸንፌ ነው አንተ ግን ያልከኝ አንተ ቀድመህ ነው *2 ያልቀደመኝ የለም ያላለፈኝ እኔን በምህረት ደጅ ስጠብቅ ዘመዴን መቀደም ተምሬ መረታት ሰው ከሌለህ መጠበቂያው ስፍራ ሆኖኝ መኖርያዬ እድሜዬን ከስሬ ለማላተርፍበት ከሰው ተገልዬ ተገናኘኝ ድንገት ልሸከም ችላለሁ የተሸከመኝን አንዴ ንካኝና ስሜን ለውጥልኝ ስፍራ ለውጥልኝ… ሰው የለኝም ስልህ ተቀድሜ ነው አንተ ግን ምትለኝ እኔ እስክመጣ ነው ምሬቴን ስነግርህ ተሸንፌ ነው አባ ግን ምትለኝ እኔ እስክመጣ ነው</a:t>
            </a:r>
            <a:endParaRPr lang="am-ET" sz="2300" b="1"/>
          </a:p>
        </p:txBody>
      </p:sp>
    </p:spTree>
  </p:cSld>
  <p:clrMapOvr>
    <a:masterClrMapping/>
  </p:clrMapOvr>
</p:sld>
</file>

<file path=ppt/theme/theme1.xml><?xml version="1.0" encoding="utf-8"?>
<a:theme xmlns:a="http://schemas.openxmlformats.org/drawingml/2006/main" name="Dark Lyrics">
  <a:themeElements>
    <a:clrScheme name="Dark Lyrics">
      <a:dk1>
        <a:srgbClr val="111111"/>
      </a:dk1>
      <a:lt1>
        <a:srgbClr val="FFFFFF"/>
      </a:lt1>
      <a:dk2>
        <a:srgbClr val="111111"/>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DDDDDD"/>
      </a:folHlink>
    </a:clrScheme>
    <a:fontScheme name="Dark Lyrics">
      <a:majorFont>
        <a:latin typeface="Noto Sans Ethiopic"/>
        <a:ea typeface="Noto Sans Ethiopic"/>
        <a:cs typeface="Noto Sans Ethiopic"/>
      </a:majorFont>
      <a:minorFont>
        <a:latin typeface="Noto Sans Ethiopic"/>
        <a:ea typeface="Noto Sans Ethiopic"/>
        <a:cs typeface="Noto Sans Ethiopic"/>
      </a:minorFont>
    </a:fontScheme>
    <a:fmtScheme name="Dark Lyrics">
      <a:fillStyleLst>
        <a:solidFill>
          <a:schemeClr val="phClr"/>
        </a:solidFill>
        <a:gradFill rotWithShape="1">
          <a:gsLst>
            <a:gs pos="0">
              <a:schemeClr val="phClr"/>
            </a:gs>
            <a:gs pos="100000">
              <a:schemeClr val="phClr"/>
            </a:gs>
          </a:gsLst>
          <a:lin ang="5400000" scaled="0"/>
        </a:gra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Amharic Songs Master List</Application>
  <PresentationFormat>Widescreen</PresentationFormat>
  <Slides>1</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Yaboken Seshager ()</dc:title>
  <dc:creator>Bereket Lemma</dc:creator>
  <cp:lastModifiedBy>Amharic Songs Master List</cp:lastModifiedBy>
  <dcterms:created xsi:type="dcterms:W3CDTF">2026-09-22T23:35:03.790Z</dcterms:created>
  <dcterms:modified xsi:type="dcterms:W3CDTF">2026-09-22T23:35:03.790Z</dcterms:modified>
</cp:coreProperties>
</file>