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type="screen16x9"/>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ideView">
  <p:normalViewPr/>
  <p:slideViewPr>
    <p:cSldViewPr>
      <p:cViewPr varScale="1">
        <p:scale>
          <a:sx n="1" d="1"/>
          <a:sy n="1" d="1"/>
        </p:scale>
        <p:origin x="0" y="0"/>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dk1" bg2="dk2" folHlink="folHlink" hlink="hlink" tx1="lt1" tx2="lt2"/>
  <p:sldLayoutIdLst>
    <p:sldLayoutId id="1"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Lyrics 1"/>
          <p:cNvSpPr txBox="1"/>
          <p:nvPr/>
        </p:nvSpPr>
        <p:spPr>
          <a:xfrm>
            <a:off x="685800" y="411480"/>
            <a:ext cx="10820400" cy="6035040"/>
          </a:xfrm>
          <a:noFill/>
        </p:spPr>
        <p:txBody>
          <a:bodyPr wrap="square" lIns="0" tIns="0" rIns="0" bIns="0" anchor="ctr" anchorCtr="1"/>
          <a:lstStyle/>
          <a:p>
            <a:pPr algn="ctr">
              <a:lnSpc>
                <a:spcPct val="112000"/>
              </a:lnSpc>
            </a:pPr>
            <a:r>
              <a:rPr lang="am-ET" sz="2300" b="1" dirty="0">
                <a:solidFill>
                  <a:srgbClr val="FFFFFF"/>
                </a:solidFill>
                <a:latin typeface="Noto Sans Ethiopic"/>
                <a:ea typeface="Noto Sans Ethiopic"/>
                <a:cs typeface="Noto Sans Ethiopic"/>
              </a:rPr>
              <a:t>ጓደኛዬ ያልኩህ ወዳጄ አግኝቼ ማልጠግብህ ናፍቆቴ ልቤ ያማትራል ዛሬም ፊትህን ሊያይ ሊያገኝህ ሽቶ ከምንም በላይ (x2) ከምንም በላይ ከምንም በላይ ከማንም በላይ ከማንም በላይ (x2) ከማየው ከማየው በዓይኔ ግልፅ ሆነህ ታየኝ ከምሰማው ከዓለም ወሬ ያንተ ይሰማኝ (x2) አትኩሬ እስካይህ ከማየው በላይ በአይኖቼ ይህን ዓለም እስክክደው ይወሰድ በአንተ ሀሳቤ ጆሮዬን አስለምደው ድምፅህን ለይቶ መስማት ከጩኸት ግርግር ከጫጫታው መሃል የሚያውቁትን ሰው ከሩቅ እንደሚለዩ ጠረንህ ይታወቀኝ ገና ከሩቁ ሌላ እስካላይ ድቅን እያልክብኝ በመንፈስህ ሁሌ አረስርሰኝ (x2) በእንብርክክ ፀሎቴ በእልፍኜም ውስጥ ሆኜ አጫውተኝ የልብህን ልወቀው መንገድህን ስራመድ በመንገድ በዕለት ዕለት ኑሮዬ ቅርብ ሁነኝ ከሰው ይልቅ ልወቅህ ኢየሱስ እስከዛሬ የሰው ነገር እየሰማሁ ሰንብቻለሁ አሁን አንተን እንድሰማ እንዳውቅህ ናፍቄአለሁ አውራኝ በኔ ልክ በኔ ቋንቋ ከስጋዬ ይልቅ መንፈሴን አንቃ (x2) በድቅድቅ ጨለማ በሞት ጥላ ስር ሆኜ ክፉውን አልፈራውም ካልከኝ ካንተ ጋር ነኝ ጨለማዬም ባይበራ ጎኔ ቆመህ ካየሁህ አምናለሁ ከሁኔታዬ አንተ ያልከኝን ይታመን የለም ወይ የሰው እንኳን ቃሉ ፍፁም አልጠርጥርህም እኔ አንተን ከሰማሁ አንድ ነብስ እንኳን አትጠፋም ብለህ በስብርባሪም ድኖ የል ሰምቶ ያመነህ (x2) ካየውህ (ካየውህ) ከሰማውህ (ከሰማውህ) ህይወት አለኝ አዎ እኖራለሁ (x4) ካየውህ (ካየውህ) ከሰማውህ (ከሰማውህ) ህይወት አለኝ አዎ እኖራለሁ (x4) ጓደኛዬ ያልኩህ ወዳጄ አግኝቼ ማልጠግብህ ናፍቆቴ ልቤ ያማትራል ዛሬም ፊትህን ሊያይ ሊያገኝህ ሽቶ ከምንም በላይ (x2) ከምንም በላይ ከምንም በላይ ከማንም በላይ ከማንም በላይ (x2) ከማየው ከማየው በዓይኔ ግልፅ ሆነህ ታየኝ ከምሰማው ከዓለም ወሬ ያንተ ይሰማኝ (x2) አትኩሬ እስካይህ ከማየው በላይ በአይኖቼ ይህን ዓለም እስክክደው ይወሰድ በአንተ ሀሳቤ ጆሮዬን አስለምደው ድምፅህን ለይቶ መስማት ከጩኸት ግርግር ከጫጫታው መሃል የሚያውቁትን ሰው ከሩቅ እንደሚለዩ ጠረንህ ይታወቀኝ ገና ከሩቁ ሌላ እስካላይ ድቅን እያልክብኝ በመንፈስህ ሁሌ አረስርሰኝ (x2) በእንብርክክ ፀሎቴ በእልፍኜም ውስጥ ሆኜ አጫውተኝ የልብህን ልወቀው መንገድህን ስራመድ በመንገድ በዕለት ዕለት ኑሮዬ ቅርብ ሁነኝ ከሰው ይልቅ ልወቅህ ኢየሱስ እስከዛሬ የሰው ነገር እየሰማሁ ሰንብቻለሁ አሁን አንተን እንድሰማ እንዳውቅህ ናፍቄአለሁ አውራኝ በኔ ልክ በኔ ቋንቋ ከስጋዬ ይልቅ መንፈሴን አንቃ (x2) በድቅድቅ ጨለማ በሞት ጥላ ስር ሆኜ ክፉውን አልፈራውም ካልከኝ ካንተ ጋር ነኝ ጨለማዬም ባይበራ ጎኔ ቆመህ ካየሁህ አምናለሁ ከሁኔታዬ አንተ ያልከኝን ይታመን የለም ወይ የሰው እንኳን ቃሉ ፍፁም አልጠርጥርህም እኔ አንተን ከሰማሁ አንድ ነብስ እንኳን አትጠፋም ብለህ በስብርባሪም ድኖ የል ሰምቶ ያመነህ (x2) ካየውህ (ካየውህ) ከሰማውህ (ከሰማውህ) ህይወት አለኝ አዎ እኖራለሁ (x4) ካየውህ (ካየውህ) ከሰማውህ (ከሰማውህ) ህይወት አለኝ አዎ እኖራለሁ (x4)</a:t>
            </a:r>
            <a:endParaRPr lang="am-ET" sz="2300" b="1"/>
          </a:p>
        </p:txBody>
      </p:sp>
    </p:spTree>
  </p:cSld>
  <p:clrMapOvr>
    <a:masterClrMapping/>
  </p:clrMapOvr>
</p:sld>
</file>

<file path=ppt/theme/theme1.xml><?xml version="1.0" encoding="utf-8"?>
<a:theme xmlns:a="http://schemas.openxmlformats.org/drawingml/2006/main" name="Dark Lyrics">
  <a:themeElements>
    <a:clrScheme name="Dark Lyrics">
      <a:dk1>
        <a:srgbClr val="111111"/>
      </a:dk1>
      <a:lt1>
        <a:srgbClr val="FFFFFF"/>
      </a:lt1>
      <a:dk2>
        <a:srgbClr val="111111"/>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DDDDDD"/>
      </a:folHlink>
    </a:clrScheme>
    <a:fontScheme name="Dark Lyrics">
      <a:majorFont>
        <a:latin typeface="Noto Sans Ethiopic"/>
        <a:ea typeface="Noto Sans Ethiopic"/>
        <a:cs typeface="Noto Sans Ethiopic"/>
      </a:majorFont>
      <a:minorFont>
        <a:latin typeface="Noto Sans Ethiopic"/>
        <a:ea typeface="Noto Sans Ethiopic"/>
        <a:cs typeface="Noto Sans Ethiopic"/>
      </a:minorFont>
    </a:fontScheme>
    <a:fmtScheme name="Dark Lyrics">
      <a:fillStyleLst>
        <a:solidFill>
          <a:schemeClr val="phClr"/>
        </a:solidFill>
        <a:gradFill rotWithShape="1">
          <a:gsLst>
            <a:gs pos="0">
              <a:schemeClr val="phClr"/>
            </a:gs>
            <a:gs pos="100000">
              <a:schemeClr val="phClr"/>
            </a:gs>
          </a:gsLst>
          <a:lin ang="5400000" scaled="0"/>
        </a:gra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Amharic Songs Master List</Application>
  <PresentationFormat>Widescreen</PresentationFormat>
  <Slides>1</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Kemayew Beayne ()</dc:title>
  <dc:creator>Bereket Lemma</dc:creator>
  <cp:lastModifiedBy>Amharic Songs Master List</cp:lastModifiedBy>
  <dcterms:created xsi:type="dcterms:W3CDTF">2026-09-22T23:35:03.787Z</dcterms:created>
  <dcterms:modified xsi:type="dcterms:W3CDTF">2026-09-22T23:35:03.787Z</dcterms:modified>
</cp:coreProperties>
</file>