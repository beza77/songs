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ሳይነጋ ሌሊቱ ሳትቀድመኝ ጀምበር መጥቻለሁ ፊትህ ሌሊት ላልከኝ ጉዳይ አንተን ባየ አይኔ ይስሀቄን አይቼ ንቄዋለሁ /የኔን ሳቅ ሳላንገራግር ሳራን ሳላማክር እሰዋዋለሁ /ሰዎች ሳላማክር ይሁና የኔ ሳቅ ለሱ ይሁና ደስታዬ ለሱ ይበሉኝ ባዶ የቀረ ይበሉኝ የተሞኘ *2 ቀሎብኝ አይደለም ረብ ሚሆነኝ ለኔ ጠብቄ ያገኘሁት ሚሳሳለት አይኔ እርሱን አየሁና ትምክህቴ በሙሉ ንቄዋለሁ ድጋሚ ሳላስብ ግራ ቀኝ ሳላይ ሰጠዋለው ሞኝ ነህ ይበሉኝ ያለህን ይበሉኝ መካሪ አጣህ ይበሉኝ ተሳሳትክ ይበሉኝ እርሱን ካከበረ ከተቀበለልኝ ምን እሻለሁ ካለኝ ብቻ ሳይሆን ራሴንም ጨምሬ ሰጠዋለሁ ይሁና የኔ ሳቅ ለሱ ይሁና ደስታዬ ለሱ ይበሉኝ ባዶ የቀረ ይበሉኝ የተሞኘ ካረካህ አንተን ደስ ካሰኘህ ሰዊልኝ ያልከው ደስታዬን ቢሆን / ታሪኬን አንድ ሌሊት አይደር አንድ ቀን አይዋል ሰዊልኝ ያልከው በኔ ቤት አያድር ሳይነጋ ሌሊቱ ሳትቀድመኝ ጀምበር መጥቻለሁ ፊትህ ሌሊት ላልከኝ ጉዳይ አንተን ባየ አይኔ ይስሀቄን አይቼ ንቄዋለሁ /የኔን ሳቅ ሳላንገራግር ሳራን ሳላማክር እሰዋዋለሁ /ሰዎች ሳላማክር ይሁና የኔ ሳቅ ለሱ ይሁና ደስታዬ ለሱ ይበሉኝ ባዶ የቀረ ይበሉኝ የተሞኘ *2 ቀሎብኝ አይደለም ረብ ሚሆነኝ ለኔ ጠብቄ ያገኘሁት ሚሳሳለት አይኔ እርሱን አየሁና ትምክህቴ በሙሉ ንቄዋለሁ ድጋሚ ሳላስብ ግራ ቀኝ ሳላይ ሰጠዋለው ሞኝ ነህ ይበሉኝ ያለህን ይበሉኝ መካሪ አጣህ ይበሉኝ ተሳሳትክ ይበሉኝ እርሱን ካከበረ ከተቀበለልኝ ምን እሻለሁ ካለኝ ብቻ ሳይሆን ራሴንም ጨምሬ ሰጠዋለሁ ይሁና የኔ ሳቅ ለሱ ይሁና ደስታዬ ለሱ ይበሉኝ ባዶ የቀረ ይበሉኝ የተሞኘ ካረካህ አንተን ደስ ካሰኘህ ሰዊልኝ ያልከው ደስታዬን ቢሆን / ታሪኬን አንድ ሌሊት አይደር አንድ ቀን አይዋል ሰዊልኝ ያልከው በኔ ቤት አያድር</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Anten Baye Aynie ()</dc:title>
  <dc:creator>Bereket Lemma</dc:creator>
  <cp:lastModifiedBy>Amharic Songs Master List</cp:lastModifiedBy>
  <dcterms:created xsi:type="dcterms:W3CDTF">2026-09-22T23:35:03.781Z</dcterms:created>
  <dcterms:modified xsi:type="dcterms:W3CDTF">2026-09-22T23:35:03.781Z</dcterms:modified>
</cp:coreProperties>
</file>