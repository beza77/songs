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Ebrima"/>
              </a:rPr>
              <a:t>ኃይሌም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9AA3B2"/>
                </a:solidFill>
                <a:latin typeface="Ebrima"/>
              </a:rPr>
              <a:t>Hailem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Ebrima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3400" b="0">
                <a:solidFill>
                  <a:srgbClr val="E8C46A"/>
                </a:solidFill>
                <a:latin typeface="Ebrima"/>
              </a:rPr>
              <a:t>ሃና ፡ ተክለ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9AA3B2"/>
                </a:solidFill>
                <a:latin typeface="Ebrima"/>
              </a:rPr>
              <a:t>Meswaet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በ"ይሁን!"ብቻ በቃልህ ብቻ ሰማይ ምድሩ ቀና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የስምህ ጉልበት የኃይልህ ችሎት ሁሉን አፀና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የሰው ክንድ የአንተን አይቋቋምም ከቶ ችሎ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አትገመትም አትጨረስም እንዲህ ነህ ተብሎ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ምን ቢሰበሰብ ኃይል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ቢመስል ሲታይ የሚያይል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አንተን ያመነህ ግን አይወድቅም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ካንተ ማንም አይቀድምም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የምድሩ ኃይል ተጠቅጥቆ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ቢያሰፈስፍ ሊታይ ልቆ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የፈጠርከው አይገዛህም!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ኃይል ያንተ ነው አይቻልም!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በስብርባሪ ደህና የደረሰ አለ ባንተ ጉልበት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ደሞም በጠጠር ኃያሉን ጥለህ አየን እንደዘበት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አበቃ ሲባል ያንተ ይጀምራል ያለገደብ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ከልካይ የለህም! ካሰብክ ልትሰራ አትወሰንም!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ምን ቢሰበሰብ ኃይል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ቢመስል ሲታይ የሚያይል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አንተን ያመነ ግን አይወድቅም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ካንተ ማንም አይበልጥም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የምድሩ ኃይል ተጠቅጥቆ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ቢያሰፈስፍ ሊታይ ልቆ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የፈጠርከው አይቀድምህም!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ካንተ ማንም አይበልጥም!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የኔ ኃይል ጥቂት ትንሽ ቢሆንም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የዙሪያዬ ድምፅ ጉልበት ቢያይልም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ያመንኩትን ክንድ ግን የለም ሚያክለው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አልናወጥም ኃይል የእግዚአብሔር ነው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እርሱ የዘጋውን የሚከፍት የለም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የለም ሚዘጋ የከፈተውንም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ብርቱ ክንድ አለው የማይለካ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የታመኑትን የማያስነካ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ብርቱ ክንድ አለው የማይነካ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የታመኑትን የማያስነካ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ረዳቴ ሰማይና ምድርን ከፈጠረ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ከእግዚአብሔር ዘንድ ነው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የኔ ጉልበት ሰማይና ምድርን ከፈጠረ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ከእግዚአብሔር ዘንድ ነው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ኃይሌም ዝማሬዬም እግዚአብሔር ነው!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ኃይሌም ዝማሬዬም እግዚአብሔር ነው!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ኃይሌም ዝማሬዬም እግዚአብሔር ነው!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ኃይሌም ዝማሬዬም እግዚአብሔር ነው!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8C46A"/>
                </a:solidFill>
                <a:latin typeface="Ebrima"/>
              </a:rPr>
              <a:t>አሜን</a:t>
            </a:r>
          </a:p>
          <a:p>
            <a:pPr algn="ctr">
              <a:spcAft>
                <a:spcPts val="600"/>
              </a:spcAft>
            </a:pPr>
            <a:r>
              <a:rPr sz="2800" b="0">
                <a:solidFill>
                  <a:srgbClr val="9AA3B2"/>
                </a:solidFill>
                <a:latin typeface="Ebrima"/>
              </a:rPr>
              <a:t>ኃይሌም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