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ቸር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Cher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ቸርነትህ ብዙ ነው አያልቅም ባወራው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እንደኔ ፍቅርህን ያዩ በምሕረትህ ውልው ያደሩ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ክበር ይሉሃል አንተን በዘምናት ያልተውከንን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ቸርነትህን ያዩ በምሕረትህ ውልው ያደሩ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ክበር ይሉሃል አንተን በዘምናት ያል ጣልከን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ቸር ነህና ምሕረትህ ለዘላለም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ለዘላለም እንዳንተ ያለ የለም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ቸር ነውና ምሕረቱ ለዘላለም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ለዘላለም እንደ እግዚአብሔር የለም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ለፃድቁም ለኅጥኡ ፀሀይን አወጣህ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ላልተገባን ሁሉ ምህረትን አበዛህ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የሰው ልጅ በሙሉ ያንተ ጥገኛ ነው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ይነጋል ይመሻል ይህ ደግነትህ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አመስግኑት ስገዱለት ክብር ስጡ ለእርሱ ምህረት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ደግ አባት ነው የፈጠረው የማይተወው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ክብር ስጡ አመስግኑ ዘምሩለት እልል በሉ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ደግ አባት ነው የፈጠረው የምያኖረው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ቸር ነውና ምሕረቱ ለዘላለም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ለዘላለም እንደ እግዚአብሔር የለም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በቸርነት በምህረቱ ያልተረዳ የለም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በጎነቱ ብዙ እንደሰው አይደለም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በመልካምነቱ ስንቱን ተሻገረን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ያምይገፋውን በድል እያለፈን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አመስግኑት ስገዱለት ክብር ስጡ ለእርሱ ምህረት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ደግ አባት ነው የፈጠረው የማይተወው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ክብር ስጡ አመስግኑ ዘምሩለት እልል በሉ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ደግ አባት ነው የፈጠረው የምያኖረው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ቸር ነውና ምሕረቱ ለዘላለም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ለዘላለም እንደ እግዚአብሔር የለም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ቸር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