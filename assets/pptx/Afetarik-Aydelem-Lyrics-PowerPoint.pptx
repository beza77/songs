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አፈ ታሪክ አይደለ ወይንም ተረት የኢየሱሴ ኃይልና ብርታት ጌታ አሁንም በሥራ ላይ ነው የሚያግደው እስኪ ማነው የተፈጥሮ ሕግ አያግደው ጌታችን ከሁሉ በላይ ነው የማይበገረው አንበሳ ኢየሱስ ከሞት ተነሳ የበላይ ኢየሱስ የበላይ (4x) አዶናይ ኢየሱስ የበላይ (4x) ኃያላን በሞት ሲሻሩ አልቻሉም መቃብር ቀሩ ኢየሱስ ግን የይሁዳ አንበሳ አሸነፈ ሞትን ድል ነሳ ከፍ ያለ በከፍታ ላይ (3x) ኢየሱስ ገኖ የሚታይ ከፍ ያለ በከፍታ ላይ (3x) ውድዬ ገኖ የሚታይ የንጋት ኮከብ ብርሃን ጌታ ኢየሱስ ለዘለዓለም (ነው (3x)) ፊቱ እንደ ፀሐይ የሚያበራ የእኔ ኢየሱስ ባለ ግርማ (ነው (3x)) ማኅተሙን በአንዴ የፈታ የእኔ ኢየሱስ ብቸኛ ጌታ (ነው (3x)) ከፍ ያለ በከፍታ ላይ (3x) ኢየሱስ ገኖ የሚታይ ከፍ ያለ በከፍታ ላይ (3x) ውድዬ ገኖ የሚታይ ባሕር ላይ የሚራመደው የቱ ጀግና ነው የሚሞክረው የእኔ ኢየሱስ ውኃ አይዘው ይራመዳል እንደፈለገው አዶናይ ኢየሱስ የበላይ (8x) አፈ ታሪክ አይደለ ወይንም ተረት አፈ ታሪክ አይደለ ወይንም ተረት የኢየሱሴ ኃይልና ብርታት ጌታ አሁንም በሥራ ላይ ነው የሚያግደው እስኪ ማነው የተፈጥሮ ሕግ አያግደው ጌታችን ከሁሉ በላይ ነው የማይበገረው አንበሳ ኢየሱስ ከሞት ተነሳ የበላይ ኢየሱስ የበላይ (4x) አዶናይ ኢየሱስ የበላይ (4x) ኃያላን በሞት ሲሻሩ አልቻሉም መቃብር ቀሩ ኢየሱስ ግን የይሁዳ አንበሳ አሸነፈ ሞትን ድል ነሳ ከፍ ያለ በከፍታ ላይ (3x) ኢየሱስ ገኖ የሚታይ ከፍ ያለ በከፍታ ላይ (3x) ውድዬ ገኖ የሚታይ የንጋት ኮከብ ብርሃን ጌታ ኢየሱስ ለዘለዓለም (ነው (3x)) ፊቱ እንደ ፀሐይ የሚያበራ የእኔ ኢየሱስ ባለ ግርማ (ነው (3x)) ማኅተሙን በአንዴ የፈታ የእኔ ኢየሱስ ብቸኛ ጌታ (ነው (3x)) ከፍ ያለ በከፍታ ላይ (3x) ኢየሱስ ገኖ የሚታይ ከፍ ያለ በከፍታ ላይ (3x) ውድዬ ገኖ የሚታይ ባሕር ላይ የሚራመደው የቱ ጀግና ነው የሚሞክረው የእኔ ኢየሱስ ውኃ አይዘው ይራመዳል እንደፈለገው አዶናይ ኢየሱስ የበላይ (8x) አፈ ታሪክ አይደለ ወይንም ተረት የኢየሱሴ ኃይልና ብርታት ጌታ አሁንም በሥራ ላይ ነው የሚያግደው እስኪ ማነው የንጋት ኮከብ ብርሃን ጌታ ኢየሱስ ለዘለዓለም (ነው (3x)) ፊቱ እንደ ፀሐይ የሚያበራ የእኔ ኢየሱስ ባለ ግርማ (ነው (3x)) ማኅተሙን በአንዴ የፈታ የእኔ ኢየሱስ ብቸኛ ጌታ (ነው (3x)) ከፍ ያለ በከፍታ ላይ (3x) ኢየሱስ ገኖ የሚታይ ከፍ ያለ በከፍታ ላይ (3x) ውድዬ ገኖ የሚታይ የተፈጥሮ ሕግ አያግደው ጌታችን ከሁሉ በላይ ነው የማይበገረው አንበሳ ኢየሱስ ከሞት ተነሳ ከፍ ያለ በከፍታ ላይ (3x) ኢየሱስ ገኖ የሚታይ ከፍ ያለ በከፍታ ላይ (3x) ውድዬ ገኖ የሚታይ የንጋት ኮከብ ብርሃን ጌታ ኢየሱስ ለዘለዓለም (ነው (3x)) ፊቱ እንደ ፀሐይ የሚያበራ የእኔ ኢየሱስ ባለ ግርማ (ነው (3x)) ማኅተሙን በአንዴ የፈታ የእኔ ኢየሱስ ብቸኛ ጌታ (ነው (3x)) የበላይ ኢየሱስ የበላይ (4x) አዶናይ ኢየሱስ የበላይ (4x)</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Afetarik Aydelem ()</dc:title>
  <dc:creator>Bereket Tesfaye</dc:creator>
  <cp:lastModifiedBy>Amharic Songs Master List</cp:lastModifiedBy>
  <dcterms:created xsi:type="dcterms:W3CDTF">2026-09-22T23:35:03.794Z</dcterms:created>
  <dcterms:modified xsi:type="dcterms:W3CDTF">2026-09-22T23:35:03.794Z</dcterms:modified>
</cp:coreProperties>
</file>