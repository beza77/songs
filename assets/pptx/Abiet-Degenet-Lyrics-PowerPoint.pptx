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እውነትነቱን በመስቀል ላይ መቶ አለቃው ጌታዬን ቢያይ ተንበረከከ ሰገደለት ነካው የጌታ ቅንነት እንኳን አሁን ከፍ ከፍ ብሎ አሸንፎአል ተንጠልጥሎ ሳያስፈራራ ሰው አንበርካኪ እንደእርሱ የለም ፍቅር ሰባኪ አቤት ደግነት ቸርነቱ ለሰው ያሳየው ምህረቱ (6x) ፍቅር ምህረቱን የቀመሱቱ ውበቱን ያዩ ሐዋሪያቱ ስለእርሱ ኖረው መረጡ ሞት ለፍቅሩ ሆኑ ሰማዕታት ተነክተው በምህረቱ ተነክተው በቸርነቱ ነክቶአቸው ገርነቱ ነክቶአቸው የዋህነቱ የቱ ጀግና ነው እጁን ያልሰጠ የሱስን አይቶ ያልደነገጠ ልከተልህ ያላለ ማነው የኢየሱስ ፍቅር አሸናፊ ነው ከጫፍ ጫፍ ስንቱን ማረከ በፍቅሩ አንበረከከ ምን ዓይነት ፍቅር ነው እንጃ ወደደንው/ሰገድን ያለ ጠመንጃ (2x) አቤት ትህትና አይ ቅንነት ሰውን ያስተማረ ኖሮ በሕይወት የሚሸጠውን እግር ያጠበ ሩህሩህ ነው ጌታ ፍቅር ያነገበ ይህንን ጌታ የምትወዱት አስቲ ከእኔ ጋር ኢየሱስን እንዲህ በሉት (2x) እንዳንተ ያለ እንዳንተ ያለ እንዳንተ ያለ ኧረ ማን አለ (4x) እውነትነቱን በመስቀል ላይ መቶ አለቃው ጌታዬን ቢያይ ተንበረከከ ሰገደለት ነካው የጌታ ቅንነት እንኳን አሁን ከፍ ከፍ ብሎ አሸንፎአል ተንጠልጥሎ ሳያስፈራራ ሰው አንበርካኪ እንደእርሱ የለም ፍቅር ሰባኪ አቤት ደግነት ቸርነቱ ለሰው ያሳየው ምህረቱ (6x) ፍቅር ምህረቱን የቀመሱቱ ውበቱን ያዩ ሐዋሪያቱ ስለእርሱ ኖረው መረጡ ሞት ለፍቅሩ ሆኑ ሰማዕታት ተነክተው በምህረቱ ተነክተው በቸርነቱ ነክቶአቸው ገርነቱ ነክቶአቸው የዋህነቱ የቱ ጀግና ነው እጁን ያልሰጠ የሱስን አይቶ ያልደነገጠ ልከተልህ ያላለ ማነው የኢየሱስ ፍቅር አሸናፊ ነው ከጫፍ ጫፍ ስንቱን ማረከ በፍቅሩ አንበረከከ ምን ዓይነት ፍቅር ነው እንጃ ወደደንው/ሰገድን ያለ ጠመንጃ (2x) አቤት ትህትና አይ ቅንነት ሰውን ያስተማረ ኖሮ በሕይወት የሚሸጠውን እግር ያጠበ ሩህሩህ ነው ጌታ ፍቅር ያነገበ ይህንን ጌታ የምትወዱት አስቲ ከእኔ ጋር ኢየሱስን እንዲህ በሉት (2x) እንዳንተ ያለ እንዳንተ ያለ እንዳንተ ያለ ኧረ ማን አለ (4x)</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Abiet Degenet ()</dc:title>
  <dc:creator>Bereket Tesfaye</dc:creator>
  <cp:lastModifiedBy>Amharic Songs Master List</cp:lastModifiedBy>
  <dcterms:created xsi:type="dcterms:W3CDTF">2026-09-22T23:35:03.793Z</dcterms:created>
  <dcterms:modified xsi:type="dcterms:W3CDTF">2026-09-22T23:35:03.793Z</dcterms:modified>
</cp:coreProperties>
</file>