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</p:sldIdLst>
  <p:sldSz cx="12188825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C8A1A7-760B-4F36-A32D-F46A049E98A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D394FAB-D671-4BD6-AEB8-3B20ABA2732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5F809AE4-0CBA-4204-9973-F5047D40CCD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9A3C05F5-03D1-49DF-86B9-94B32F19CEC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158DEB50-9850-4E3E-B236-63A74F56E9B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A66CD3DF-85A9-4044-884B-E391BCA4111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F09865FB-E846-42F7-B124-D5C73A3145D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E45D0745-75FF-417D-9014-AB356FA60DA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E6EEF7BA-C98C-445A-86B3-F1BB4D9E1F3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7EABB136-172A-4C00-BE56-4D7A8C8ABA2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4D9FE09A-47DF-46A7-8806-9A36AC091A0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FF90628-84BF-43E7-B2F4-B3BB458B3CC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64AA64B-4BDA-48C3-9A54-616CD661719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3190BDE-4180-4AAF-A302-6B35AF0BA06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4EEC42F-CE1B-4B7D-9BC3-00D3EA66D1C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E00237A-D6EF-43C4-8E6E-CF0D23B0B88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AA15C44-FE80-48F3-999A-7BF9AF1FEAA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2A49064-3525-483A-B9EA-78BD10BBA9C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5910FB8-1B11-4AA5-ACEA-13A32F97019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DBD5D82-3097-4E0F-87EC-7B5C2020891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026D33F-D186-4891-B716-1936D10B600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B3681AA-6005-432A-A1F1-FB01C4EAC9E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457200" y="1463040"/>
            <a:ext cx="11274120" cy="29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b="1" lang="hi-IN" sz="6000" spc="-1" strike="noStrike">
                <a:solidFill>
                  <a:srgbClr val="ffffff"/>
                </a:solidFill>
                <a:latin typeface="Ebrima"/>
              </a:rPr>
              <a:t>መሥዋዕት</a:t>
            </a:r>
            <a:endParaRPr b="0" lang="en-US" sz="60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3000" spc="-1" strike="noStrike">
                <a:solidFill>
                  <a:srgbClr val="9aa3b2"/>
                </a:solidFill>
                <a:latin typeface="Ebrima"/>
              </a:rPr>
              <a:t>Meswaet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b="0" lang="hi-IN" sz="3400" spc="-1" strike="noStrike">
                <a:solidFill>
                  <a:srgbClr val="e8c46a"/>
                </a:solidFill>
                <a:latin typeface="Ebrima"/>
              </a:rPr>
              <a:t>ሃና ፡ ተክለ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2400" spc="-1" strike="noStrike">
                <a:solidFill>
                  <a:srgbClr val="9aa3b2"/>
                </a:solidFill>
                <a:latin typeface="Ebrima"/>
              </a:rPr>
              <a:t>Meswaet · 2024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/>
          <p:cNvSpPr/>
          <p:nvPr/>
        </p:nvSpPr>
        <p:spPr>
          <a:xfrm>
            <a:off x="640080" y="914400"/>
            <a:ext cx="10908360" cy="321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1800"/>
              </a:spcAft>
            </a:pPr>
            <a:r>
              <a:rPr b="1" lang="hi-IN" sz="4000" spc="-1" strike="noStrike">
                <a:solidFill>
                  <a:srgbClr val="ffffff"/>
                </a:solidFill>
                <a:latin typeface="Ebrima"/>
              </a:rPr>
              <a:t>ከተከሸኑ እልፍ ቃላት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1800"/>
              </a:spcAft>
            </a:pPr>
            <a:r>
              <a:rPr b="1" lang="hi-IN" sz="4000" spc="-1" strike="noStrike">
                <a:solidFill>
                  <a:srgbClr val="ffffff"/>
                </a:solidFill>
                <a:latin typeface="Ebrima"/>
              </a:rPr>
              <a:t>ከተመረጠ የቅኔ ብዛት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1800"/>
              </a:spcAft>
            </a:pPr>
            <a:r>
              <a:rPr b="1" lang="hi-IN" sz="4000" spc="-1" strike="noStrike">
                <a:solidFill>
                  <a:srgbClr val="ffffff"/>
                </a:solidFill>
                <a:latin typeface="Ebrima"/>
              </a:rPr>
              <a:t>ሃገሩን ከሞላው ዜማ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b="1" lang="hi-IN" sz="4000" spc="-1" strike="noStrike">
                <a:solidFill>
                  <a:srgbClr val="ffffff"/>
                </a:solidFill>
                <a:latin typeface="Ebrima"/>
              </a:rPr>
              <a:t>የኔ ሕይወት ላንተ ይሰማ</a:t>
            </a:r>
            <a:r>
              <a:rPr b="1" lang="en-US" sz="4000" spc="-1" strike="noStrike">
                <a:solidFill>
                  <a:srgbClr val="ffffff"/>
                </a:solidFill>
                <a:latin typeface="Ebrima"/>
              </a:rPr>
              <a:t>/</a:t>
            </a:r>
            <a:r>
              <a:rPr b="1" lang="hi-IN" sz="4000" spc="-1" strike="noStrike">
                <a:solidFill>
                  <a:srgbClr val="ffffff"/>
                </a:solidFill>
                <a:latin typeface="Ebrima"/>
              </a:rPr>
              <a:t>ይሠዋ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1"/>
          <p:cNvSpPr/>
          <p:nvPr/>
        </p:nvSpPr>
        <p:spPr>
          <a:xfrm>
            <a:off x="640080" y="914400"/>
            <a:ext cx="10908360" cy="488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1800"/>
              </a:spcAft>
            </a:pPr>
            <a:r>
              <a:rPr b="1" lang="hi-IN" sz="4000" spc="-1" strike="noStrike">
                <a:solidFill>
                  <a:srgbClr val="ffffff"/>
                </a:solidFill>
                <a:latin typeface="Ebrima"/>
              </a:rPr>
              <a:t>ቢዘምርልህ ይህ አንደበቴ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1800"/>
              </a:spcAft>
            </a:pPr>
            <a:r>
              <a:rPr b="1" lang="hi-IN" sz="4000" spc="-1" strike="noStrike">
                <a:solidFill>
                  <a:srgbClr val="ffffff"/>
                </a:solidFill>
                <a:latin typeface="Ebrima"/>
              </a:rPr>
              <a:t>መልክህ በራቀው የዕለት ዕለት ሕይወቴ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1800"/>
              </a:spcAft>
            </a:pPr>
            <a:r>
              <a:rPr b="1" lang="hi-IN" sz="4000" spc="-1" strike="noStrike">
                <a:solidFill>
                  <a:srgbClr val="ffffff"/>
                </a:solidFill>
                <a:latin typeface="Ebrima"/>
              </a:rPr>
              <a:t>መሥዋዕቴ ላንተ እኮ ነው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1800"/>
              </a:spcAft>
            </a:pPr>
            <a:r>
              <a:rPr b="1" lang="hi-IN" sz="4000" spc="-1" strike="noStrike">
                <a:solidFill>
                  <a:srgbClr val="ffffff"/>
                </a:solidFill>
                <a:latin typeface="Ebrima"/>
              </a:rPr>
              <a:t>የሌለህበት ላንተ ምንህ ነው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1800"/>
              </a:spcAft>
            </a:pPr>
            <a:r>
              <a:rPr b="1" lang="hi-IN" sz="4000" spc="-1" strike="noStrike">
                <a:solidFill>
                  <a:srgbClr val="ffffff"/>
                </a:solidFill>
                <a:latin typeface="Ebrima"/>
              </a:rPr>
              <a:t>መሥዋዕቴ ላንተ እኮ ነው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b="1" lang="hi-IN" sz="4000" spc="-1" strike="noStrike">
                <a:solidFill>
                  <a:srgbClr val="ffffff"/>
                </a:solidFill>
                <a:latin typeface="Ebrima"/>
              </a:rPr>
              <a:t>ያልከበርክበት ሁሉ ድካም ነው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Box 1"/>
          <p:cNvSpPr/>
          <p:nvPr/>
        </p:nvSpPr>
        <p:spPr>
          <a:xfrm>
            <a:off x="640080" y="914400"/>
            <a:ext cx="10908360" cy="321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1800"/>
              </a:spcAft>
            </a:pPr>
            <a:r>
              <a:rPr b="1" lang="hi-IN" sz="4000" spc="-1" strike="noStrike">
                <a:solidFill>
                  <a:srgbClr val="ffffff"/>
                </a:solidFill>
                <a:latin typeface="Ebrima"/>
              </a:rPr>
              <a:t>ይዘምር የእልፈኝ ሕይወቴ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1800"/>
              </a:spcAft>
            </a:pPr>
            <a:r>
              <a:rPr b="1" lang="hi-IN" sz="4000" spc="-1" strike="noStrike">
                <a:solidFill>
                  <a:srgbClr val="ffffff"/>
                </a:solidFill>
                <a:latin typeface="Ebrima"/>
              </a:rPr>
              <a:t>አምልኮዬ ይቅደም በቤቴ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1800"/>
              </a:spcAft>
            </a:pPr>
            <a:r>
              <a:rPr b="1" lang="hi-IN" sz="4000" spc="-1" strike="noStrike">
                <a:solidFill>
                  <a:srgbClr val="ffffff"/>
                </a:solidFill>
                <a:latin typeface="Ebrima"/>
              </a:rPr>
              <a:t>ሊሁነው የዘመርቁትን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b="1" lang="hi-IN" sz="4000" spc="-1" strike="noStrike">
                <a:solidFill>
                  <a:srgbClr val="ffffff"/>
                </a:solidFill>
                <a:latin typeface="Ebrima"/>
              </a:rPr>
              <a:t>በቃላት ያሰፈርኩትን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Box 1"/>
          <p:cNvSpPr/>
          <p:nvPr/>
        </p:nvSpPr>
        <p:spPr>
          <a:xfrm>
            <a:off x="640080" y="914400"/>
            <a:ext cx="10908360" cy="321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1800"/>
              </a:spcAft>
            </a:pPr>
            <a:r>
              <a:rPr b="1" lang="hi-IN" sz="4000" spc="-1" strike="noStrike">
                <a:solidFill>
                  <a:srgbClr val="ffffff"/>
                </a:solidFill>
                <a:latin typeface="Ebrima"/>
              </a:rPr>
              <a:t>ያምልክህ የጓዳ ሕይወቴ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1800"/>
              </a:spcAft>
            </a:pPr>
            <a:r>
              <a:rPr b="1" lang="hi-IN" sz="4000" spc="-1" strike="noStrike">
                <a:solidFill>
                  <a:srgbClr val="ffffff"/>
                </a:solidFill>
                <a:latin typeface="Ebrima"/>
              </a:rPr>
              <a:t>ይዘምር ይቅደም በቤቴ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1800"/>
              </a:spcAft>
            </a:pPr>
            <a:r>
              <a:rPr b="1" lang="hi-IN" sz="4000" spc="-1" strike="noStrike">
                <a:solidFill>
                  <a:srgbClr val="ffffff"/>
                </a:solidFill>
                <a:latin typeface="Ebrima"/>
              </a:rPr>
              <a:t>ሊሁነው የዘመርኩትን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b="1" lang="hi-IN" sz="4000" spc="-1" strike="noStrike">
                <a:solidFill>
                  <a:srgbClr val="ffffff"/>
                </a:solidFill>
                <a:latin typeface="Ebrima"/>
              </a:rPr>
              <a:t>በዜማ ያመለኩትን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1"/>
          <p:cNvSpPr/>
          <p:nvPr/>
        </p:nvSpPr>
        <p:spPr>
          <a:xfrm>
            <a:off x="640080" y="914400"/>
            <a:ext cx="10908360" cy="40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1800"/>
              </a:spcAft>
            </a:pPr>
            <a:r>
              <a:rPr b="1" lang="hi-IN" sz="4000" spc="-1" strike="noStrike">
                <a:solidFill>
                  <a:srgbClr val="ffffff"/>
                </a:solidFill>
                <a:latin typeface="Ebrima"/>
              </a:rPr>
              <a:t>ላምልክህ በሕይወቴ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1800"/>
              </a:spcAft>
            </a:pPr>
            <a:r>
              <a:rPr b="1" lang="hi-IN" sz="4000" spc="-1" strike="noStrike">
                <a:solidFill>
                  <a:srgbClr val="ffffff"/>
                </a:solidFill>
                <a:latin typeface="Ebrima"/>
              </a:rPr>
              <a:t>ይገዛ መላው እኔነቴ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1800"/>
              </a:spcAft>
            </a:pPr>
            <a:r>
              <a:rPr b="1" lang="hi-IN" sz="4000" spc="-1" strike="noStrike">
                <a:solidFill>
                  <a:srgbClr val="ffffff"/>
                </a:solidFill>
                <a:latin typeface="Ebrima"/>
              </a:rPr>
              <a:t>ላምልክህ በሕይወቴ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1800"/>
              </a:spcAft>
            </a:pPr>
            <a:r>
              <a:rPr b="1" lang="hi-IN" sz="4000" spc="-1" strike="noStrike">
                <a:solidFill>
                  <a:srgbClr val="ffffff"/>
                </a:solidFill>
                <a:latin typeface="Ebrima"/>
              </a:rPr>
              <a:t>ያምልክህ መላው ሰውነቴ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b="1" lang="hi-IN" sz="4000" spc="-1" strike="noStrike">
                <a:solidFill>
                  <a:srgbClr val="ffffff"/>
                </a:solidFill>
                <a:latin typeface="Ebrima"/>
              </a:rPr>
              <a:t>ላምልክህ በሕይወቴ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Box 1"/>
          <p:cNvSpPr/>
          <p:nvPr/>
        </p:nvSpPr>
        <p:spPr>
          <a:xfrm>
            <a:off x="640080" y="914400"/>
            <a:ext cx="10908360" cy="321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1800"/>
              </a:spcAft>
            </a:pPr>
            <a:r>
              <a:rPr b="1" lang="hi-IN" sz="4000" spc="-1" strike="noStrike">
                <a:solidFill>
                  <a:srgbClr val="ffffff"/>
                </a:solidFill>
                <a:latin typeface="Ebrima"/>
              </a:rPr>
              <a:t>ላንተ መሥዋዕት ይህ</a:t>
            </a:r>
            <a:r>
              <a:rPr b="1" lang="en-US" sz="4000" spc="-1" strike="noStrike">
                <a:solidFill>
                  <a:srgbClr val="ffffff"/>
                </a:solidFill>
                <a:latin typeface="Ebrima"/>
              </a:rPr>
              <a:t>/</a:t>
            </a:r>
            <a:r>
              <a:rPr b="1" lang="hi-IN" sz="4000" spc="-1" strike="noStrike">
                <a:solidFill>
                  <a:srgbClr val="ffffff"/>
                </a:solidFill>
                <a:latin typeface="Ebrima"/>
              </a:rPr>
              <a:t>ንፁህ አይደል ወይ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1800"/>
              </a:spcAft>
            </a:pPr>
            <a:r>
              <a:rPr b="1" lang="hi-IN" sz="4000" spc="-1" strike="noStrike">
                <a:solidFill>
                  <a:srgbClr val="ffffff"/>
                </a:solidFill>
                <a:latin typeface="Ebrima"/>
              </a:rPr>
              <a:t>ያንተ ምስጋና ህይወት አይደል ወይ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1800"/>
              </a:spcAft>
            </a:pPr>
            <a:r>
              <a:rPr b="1" lang="hi-IN" sz="4000" spc="-1" strike="noStrike">
                <a:solidFill>
                  <a:srgbClr val="ffffff"/>
                </a:solidFill>
                <a:latin typeface="Ebrima"/>
              </a:rPr>
              <a:t>ያምልክህ መላው እኔነቴ</a:t>
            </a:r>
            <a:r>
              <a:rPr b="1" lang="en-US" sz="4000" spc="-1" strike="noStrike">
                <a:solidFill>
                  <a:srgbClr val="ffffff"/>
                </a:solidFill>
                <a:latin typeface="Ebrima"/>
              </a:rPr>
              <a:t>/</a:t>
            </a:r>
            <a:r>
              <a:rPr b="1" lang="hi-IN" sz="4000" spc="-1" strike="noStrike">
                <a:solidFill>
                  <a:srgbClr val="ffffff"/>
                </a:solidFill>
                <a:latin typeface="Ebrima"/>
              </a:rPr>
              <a:t>ሰውነቴ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b="1" lang="hi-IN" sz="4000" spc="-1" strike="noStrike">
                <a:solidFill>
                  <a:srgbClr val="ffffff"/>
                </a:solidFill>
                <a:latin typeface="Ebrima"/>
              </a:rPr>
              <a:t>ላምልክህ በሕይወቴ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Box 1"/>
          <p:cNvSpPr/>
          <p:nvPr/>
        </p:nvSpPr>
        <p:spPr>
          <a:xfrm>
            <a:off x="640080" y="914400"/>
            <a:ext cx="10908360" cy="237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1800"/>
              </a:spcAft>
            </a:pPr>
            <a:r>
              <a:rPr b="1" lang="hi-IN" sz="4000" spc="-1" strike="noStrike">
                <a:solidFill>
                  <a:srgbClr val="ffffff"/>
                </a:solidFill>
                <a:latin typeface="Ebrima"/>
              </a:rPr>
              <a:t>ይዘምር ሕይወቴ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1800"/>
              </a:spcAft>
            </a:pPr>
            <a:r>
              <a:rPr b="1" lang="hi-IN" sz="4000" spc="-1" strike="noStrike">
                <a:solidFill>
                  <a:srgbClr val="ffffff"/>
                </a:solidFill>
                <a:latin typeface="Ebrima"/>
              </a:rPr>
              <a:t>ላምልክህ በሕይወቴ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b="1" lang="hi-IN" sz="4000" spc="-1" strike="noStrike">
                <a:solidFill>
                  <a:srgbClr val="ffffff"/>
                </a:solidFill>
                <a:latin typeface="Ebrima"/>
              </a:rPr>
              <a:t>መስዋዕቴ ላንተ ነው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1"/>
          <p:cNvSpPr/>
          <p:nvPr/>
        </p:nvSpPr>
        <p:spPr>
          <a:xfrm>
            <a:off x="457200" y="2377440"/>
            <a:ext cx="11274120" cy="14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b="1" lang="hi-IN" sz="5400" spc="-1" strike="noStrike">
                <a:solidFill>
                  <a:srgbClr val="e8c46a"/>
                </a:solidFill>
                <a:latin typeface="Ebrima"/>
              </a:rPr>
              <a:t>አሜን</a:t>
            </a:r>
            <a:endParaRPr b="0" lang="en-US" sz="54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b="0" lang="hi-IN" sz="2800" spc="-1" strike="noStrike">
                <a:solidFill>
                  <a:srgbClr val="9aa3b2"/>
                </a:solidFill>
                <a:latin typeface="Ebrima"/>
              </a:rPr>
              <a:t>መሥዋዕት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